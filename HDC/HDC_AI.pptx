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BEBCD458-1472-443B-8616-221ED4FCAD17}"/>
    <pc:docChg chg="undo custSel mod addSld modSld">
      <pc:chgData name="Yang Zhen SGH CDAY223" userId="58c6818a-3577-4ae3-8238-bcb4cc81b368" providerId="ADAL" clId="{BEBCD458-1472-443B-8616-221ED4FCAD17}" dt="2026-08-12T07:56:39.407" v="58" actId="1076"/>
      <pc:docMkLst>
        <pc:docMk/>
      </pc:docMkLst>
      <pc:sldChg chg="addSp delSp modSp new mod">
        <pc:chgData name="Yang Zhen SGH CDAY223" userId="58c6818a-3577-4ae3-8238-bcb4cc81b368" providerId="ADAL" clId="{BEBCD458-1472-443B-8616-221ED4FCAD17}" dt="2026-08-12T06:20:53.837" v="11"/>
        <pc:sldMkLst>
          <pc:docMk/>
          <pc:sldMk cId="294627805" sldId="256"/>
        </pc:sldMkLst>
        <pc:spChg chg="del">
          <ac:chgData name="Yang Zhen SGH CDAY223" userId="58c6818a-3577-4ae3-8238-bcb4cc81b368" providerId="ADAL" clId="{BEBCD458-1472-443B-8616-221ED4FCAD17}" dt="2026-08-12T06:17:05.690" v="2" actId="478"/>
          <ac:spMkLst>
            <pc:docMk/>
            <pc:sldMk cId="294627805" sldId="256"/>
            <ac:spMk id="2" creationId="{87FF00CA-C147-5991-3C7B-8778EF145E17}"/>
          </ac:spMkLst>
        </pc:spChg>
        <pc:spChg chg="del">
          <ac:chgData name="Yang Zhen SGH CDAY223" userId="58c6818a-3577-4ae3-8238-bcb4cc81b368" providerId="ADAL" clId="{BEBCD458-1472-443B-8616-221ED4FCAD17}" dt="2026-08-12T06:17:05.690" v="2" actId="478"/>
          <ac:spMkLst>
            <pc:docMk/>
            <pc:sldMk cId="294627805" sldId="256"/>
            <ac:spMk id="3" creationId="{1922FACE-4F98-12EC-DD4C-0C2501D7E758}"/>
          </ac:spMkLst>
        </pc:spChg>
        <pc:graphicFrameChg chg="add mod modGraphic">
          <ac:chgData name="Yang Zhen SGH CDAY223" userId="58c6818a-3577-4ae3-8238-bcb4cc81b368" providerId="ADAL" clId="{BEBCD458-1472-443B-8616-221ED4FCAD17}" dt="2026-08-12T06:20:53.837" v="11"/>
          <ac:graphicFrameMkLst>
            <pc:docMk/>
            <pc:sldMk cId="294627805" sldId="256"/>
            <ac:graphicFrameMk id="4" creationId="{1391009C-0993-5A03-B376-39782A36CFFB}"/>
          </ac:graphicFrameMkLst>
        </pc:graphicFrameChg>
      </pc:sldChg>
      <pc:sldChg chg="addSp delSp modSp new mod">
        <pc:chgData name="Yang Zhen SGH CDAY223" userId="58c6818a-3577-4ae3-8238-bcb4cc81b368" providerId="ADAL" clId="{BEBCD458-1472-443B-8616-221ED4FCAD17}" dt="2026-08-12T06:39:13.527" v="34" actId="1076"/>
        <pc:sldMkLst>
          <pc:docMk/>
          <pc:sldMk cId="4228329647" sldId="257"/>
        </pc:sldMkLst>
        <pc:spChg chg="del">
          <ac:chgData name="Yang Zhen SGH CDAY223" userId="58c6818a-3577-4ae3-8238-bcb4cc81b368" providerId="ADAL" clId="{BEBCD458-1472-443B-8616-221ED4FCAD17}" dt="2026-08-12T06:21:08.745" v="13" actId="478"/>
          <ac:spMkLst>
            <pc:docMk/>
            <pc:sldMk cId="4228329647" sldId="257"/>
            <ac:spMk id="2" creationId="{35C3BAC3-C88B-60EC-9162-2591CA10ED0E}"/>
          </ac:spMkLst>
        </pc:spChg>
        <pc:spChg chg="del">
          <ac:chgData name="Yang Zhen SGH CDAY223" userId="58c6818a-3577-4ae3-8238-bcb4cc81b368" providerId="ADAL" clId="{BEBCD458-1472-443B-8616-221ED4FCAD17}" dt="2026-08-12T06:21:08.745" v="13" actId="478"/>
          <ac:spMkLst>
            <pc:docMk/>
            <pc:sldMk cId="4228329647" sldId="257"/>
            <ac:spMk id="3" creationId="{C00F09BF-0143-2256-4852-4E55AA4AB5EA}"/>
          </ac:spMkLst>
        </pc:spChg>
        <pc:spChg chg="add mod">
          <ac:chgData name="Yang Zhen SGH CDAY223" userId="58c6818a-3577-4ae3-8238-bcb4cc81b368" providerId="ADAL" clId="{BEBCD458-1472-443B-8616-221ED4FCAD17}" dt="2026-08-12T06:39:13.527" v="34" actId="1076"/>
          <ac:spMkLst>
            <pc:docMk/>
            <pc:sldMk cId="4228329647" sldId="257"/>
            <ac:spMk id="5" creationId="{0F5C9931-66AB-3C1D-A922-BF9015F9D839}"/>
          </ac:spMkLst>
        </pc:spChg>
      </pc:sldChg>
      <pc:sldChg chg="addSp delSp modSp new mod">
        <pc:chgData name="Yang Zhen SGH CDAY223" userId="58c6818a-3577-4ae3-8238-bcb4cc81b368" providerId="ADAL" clId="{BEBCD458-1472-443B-8616-221ED4FCAD17}" dt="2026-08-12T06:39:20.966" v="35" actId="1076"/>
        <pc:sldMkLst>
          <pc:docMk/>
          <pc:sldMk cId="699376385" sldId="258"/>
        </pc:sldMkLst>
        <pc:spChg chg="del">
          <ac:chgData name="Yang Zhen SGH CDAY223" userId="58c6818a-3577-4ae3-8238-bcb4cc81b368" providerId="ADAL" clId="{BEBCD458-1472-443B-8616-221ED4FCAD17}" dt="2026-08-12T06:24:34.233" v="22" actId="478"/>
          <ac:spMkLst>
            <pc:docMk/>
            <pc:sldMk cId="699376385" sldId="258"/>
            <ac:spMk id="2" creationId="{B48F5719-D78F-AB8B-108E-0165F91DDC64}"/>
          </ac:spMkLst>
        </pc:spChg>
        <pc:spChg chg="del">
          <ac:chgData name="Yang Zhen SGH CDAY223" userId="58c6818a-3577-4ae3-8238-bcb4cc81b368" providerId="ADAL" clId="{BEBCD458-1472-443B-8616-221ED4FCAD17}" dt="2026-08-12T06:24:34.233" v="22" actId="478"/>
          <ac:spMkLst>
            <pc:docMk/>
            <pc:sldMk cId="699376385" sldId="258"/>
            <ac:spMk id="3" creationId="{AA889B92-F36C-08DF-58A0-F1CB27640B55}"/>
          </ac:spMkLst>
        </pc:spChg>
        <pc:spChg chg="add mod">
          <ac:chgData name="Yang Zhen SGH CDAY223" userId="58c6818a-3577-4ae3-8238-bcb4cc81b368" providerId="ADAL" clId="{BEBCD458-1472-443B-8616-221ED4FCAD17}" dt="2026-08-12T06:39:20.966" v="35" actId="1076"/>
          <ac:spMkLst>
            <pc:docMk/>
            <pc:sldMk cId="699376385" sldId="258"/>
            <ac:spMk id="5" creationId="{1014520D-519D-28E8-A584-58EAE87F9410}"/>
          </ac:spMkLst>
        </pc:spChg>
      </pc:sldChg>
      <pc:sldChg chg="addSp delSp modSp new mod">
        <pc:chgData name="Yang Zhen SGH CDAY223" userId="58c6818a-3577-4ae3-8238-bcb4cc81b368" providerId="ADAL" clId="{BEBCD458-1472-443B-8616-221ED4FCAD17}" dt="2026-08-12T06:41:28.695" v="41" actId="1076"/>
        <pc:sldMkLst>
          <pc:docMk/>
          <pc:sldMk cId="2403492730" sldId="259"/>
        </pc:sldMkLst>
        <pc:spChg chg="del">
          <ac:chgData name="Yang Zhen SGH CDAY223" userId="58c6818a-3577-4ae3-8238-bcb4cc81b368" providerId="ADAL" clId="{BEBCD458-1472-443B-8616-221ED4FCAD17}" dt="2026-08-12T06:28:13.926" v="28" actId="478"/>
          <ac:spMkLst>
            <pc:docMk/>
            <pc:sldMk cId="2403492730" sldId="259"/>
            <ac:spMk id="2" creationId="{29409FF2-6652-FF51-2EAC-700EC4E5AD1F}"/>
          </ac:spMkLst>
        </pc:spChg>
        <pc:spChg chg="del">
          <ac:chgData name="Yang Zhen SGH CDAY223" userId="58c6818a-3577-4ae3-8238-bcb4cc81b368" providerId="ADAL" clId="{BEBCD458-1472-443B-8616-221ED4FCAD17}" dt="2026-08-12T06:28:13.926" v="28" actId="478"/>
          <ac:spMkLst>
            <pc:docMk/>
            <pc:sldMk cId="2403492730" sldId="259"/>
            <ac:spMk id="3" creationId="{ECA87FB1-C8FC-84FC-95EE-C88254B28A3B}"/>
          </ac:spMkLst>
        </pc:spChg>
        <pc:spChg chg="add del">
          <ac:chgData name="Yang Zhen SGH CDAY223" userId="58c6818a-3577-4ae3-8238-bcb4cc81b368" providerId="ADAL" clId="{BEBCD458-1472-443B-8616-221ED4FCAD17}" dt="2026-08-12T06:40:51.597" v="37" actId="22"/>
          <ac:spMkLst>
            <pc:docMk/>
            <pc:sldMk cId="2403492730" sldId="259"/>
            <ac:spMk id="5" creationId="{BF3FB638-3CE1-F7AC-3317-E8D298B57A04}"/>
          </ac:spMkLst>
        </pc:spChg>
        <pc:spChg chg="add del">
          <ac:chgData name="Yang Zhen SGH CDAY223" userId="58c6818a-3577-4ae3-8238-bcb4cc81b368" providerId="ADAL" clId="{BEBCD458-1472-443B-8616-221ED4FCAD17}" dt="2026-08-12T06:41:03.722" v="39" actId="22"/>
          <ac:spMkLst>
            <pc:docMk/>
            <pc:sldMk cId="2403492730" sldId="259"/>
            <ac:spMk id="7" creationId="{2338C8CA-AA8C-5486-13CC-66DD43AA82FF}"/>
          </ac:spMkLst>
        </pc:spChg>
        <pc:spChg chg="add mod">
          <ac:chgData name="Yang Zhen SGH CDAY223" userId="58c6818a-3577-4ae3-8238-bcb4cc81b368" providerId="ADAL" clId="{BEBCD458-1472-443B-8616-221ED4FCAD17}" dt="2026-08-12T06:41:28.695" v="41" actId="1076"/>
          <ac:spMkLst>
            <pc:docMk/>
            <pc:sldMk cId="2403492730" sldId="259"/>
            <ac:spMk id="9" creationId="{34A9850C-1F0E-1D34-FE07-5DA93FC17AFE}"/>
          </ac:spMkLst>
        </pc:spChg>
      </pc:sldChg>
      <pc:sldChg chg="addSp delSp modSp new mod">
        <pc:chgData name="Yang Zhen SGH CDAY223" userId="58c6818a-3577-4ae3-8238-bcb4cc81b368" providerId="ADAL" clId="{BEBCD458-1472-443B-8616-221ED4FCAD17}" dt="2026-08-12T06:42:14.018" v="47" actId="1076"/>
        <pc:sldMkLst>
          <pc:docMk/>
          <pc:sldMk cId="1750405735" sldId="260"/>
        </pc:sldMkLst>
        <pc:spChg chg="del">
          <ac:chgData name="Yang Zhen SGH CDAY223" userId="58c6818a-3577-4ae3-8238-bcb4cc81b368" providerId="ADAL" clId="{BEBCD458-1472-443B-8616-221ED4FCAD17}" dt="2026-08-12T06:41:35.339" v="43" actId="478"/>
          <ac:spMkLst>
            <pc:docMk/>
            <pc:sldMk cId="1750405735" sldId="260"/>
            <ac:spMk id="2" creationId="{7E165C89-45AF-8A6F-7BC3-9073920809A8}"/>
          </ac:spMkLst>
        </pc:spChg>
        <pc:spChg chg="del">
          <ac:chgData name="Yang Zhen SGH CDAY223" userId="58c6818a-3577-4ae3-8238-bcb4cc81b368" providerId="ADAL" clId="{BEBCD458-1472-443B-8616-221ED4FCAD17}" dt="2026-08-12T06:41:35.339" v="43" actId="478"/>
          <ac:spMkLst>
            <pc:docMk/>
            <pc:sldMk cId="1750405735" sldId="260"/>
            <ac:spMk id="3" creationId="{A20596C0-D476-DFCD-2B63-C7AE2D9D2BD5}"/>
          </ac:spMkLst>
        </pc:spChg>
        <pc:spChg chg="add mod">
          <ac:chgData name="Yang Zhen SGH CDAY223" userId="58c6818a-3577-4ae3-8238-bcb4cc81b368" providerId="ADAL" clId="{BEBCD458-1472-443B-8616-221ED4FCAD17}" dt="2026-08-12T06:42:01.635" v="45" actId="1076"/>
          <ac:spMkLst>
            <pc:docMk/>
            <pc:sldMk cId="1750405735" sldId="260"/>
            <ac:spMk id="5" creationId="{514A1FF0-DAB0-01A9-E785-0931DFA29B98}"/>
          </ac:spMkLst>
        </pc:spChg>
        <pc:spChg chg="add mod">
          <ac:chgData name="Yang Zhen SGH CDAY223" userId="58c6818a-3577-4ae3-8238-bcb4cc81b368" providerId="ADAL" clId="{BEBCD458-1472-443B-8616-221ED4FCAD17}" dt="2026-08-12T06:42:14.018" v="47" actId="1076"/>
          <ac:spMkLst>
            <pc:docMk/>
            <pc:sldMk cId="1750405735" sldId="260"/>
            <ac:spMk id="7" creationId="{A9ECB67D-2854-7FEF-7471-4D7BB52E0AE5}"/>
          </ac:spMkLst>
        </pc:spChg>
      </pc:sldChg>
      <pc:sldChg chg="addSp delSp modSp new mod">
        <pc:chgData name="Yang Zhen SGH CDAY223" userId="58c6818a-3577-4ae3-8238-bcb4cc81b368" providerId="ADAL" clId="{BEBCD458-1472-443B-8616-221ED4FCAD17}" dt="2026-08-12T07:14:24.044" v="52" actId="1036"/>
        <pc:sldMkLst>
          <pc:docMk/>
          <pc:sldMk cId="4250717427" sldId="261"/>
        </pc:sldMkLst>
        <pc:spChg chg="del">
          <ac:chgData name="Yang Zhen SGH CDAY223" userId="58c6818a-3577-4ae3-8238-bcb4cc81b368" providerId="ADAL" clId="{BEBCD458-1472-443B-8616-221ED4FCAD17}" dt="2026-08-12T07:14:08.684" v="49" actId="478"/>
          <ac:spMkLst>
            <pc:docMk/>
            <pc:sldMk cId="4250717427" sldId="261"/>
            <ac:spMk id="2" creationId="{2D18FCD3-BD32-DC18-D48F-25CC13523972}"/>
          </ac:spMkLst>
        </pc:spChg>
        <pc:spChg chg="del">
          <ac:chgData name="Yang Zhen SGH CDAY223" userId="58c6818a-3577-4ae3-8238-bcb4cc81b368" providerId="ADAL" clId="{BEBCD458-1472-443B-8616-221ED4FCAD17}" dt="2026-08-12T07:14:08.684" v="49" actId="478"/>
          <ac:spMkLst>
            <pc:docMk/>
            <pc:sldMk cId="4250717427" sldId="261"/>
            <ac:spMk id="3" creationId="{C24F322D-6616-558C-EE49-DA66FAC6B3C8}"/>
          </ac:spMkLst>
        </pc:spChg>
        <pc:picChg chg="add mod">
          <ac:chgData name="Yang Zhen SGH CDAY223" userId="58c6818a-3577-4ae3-8238-bcb4cc81b368" providerId="ADAL" clId="{BEBCD458-1472-443B-8616-221ED4FCAD17}" dt="2026-08-12T07:14:24.044" v="52" actId="1036"/>
          <ac:picMkLst>
            <pc:docMk/>
            <pc:sldMk cId="4250717427" sldId="261"/>
            <ac:picMk id="5" creationId="{183A3FF2-DEAF-EA49-FC50-8061FB818377}"/>
          </ac:picMkLst>
        </pc:picChg>
      </pc:sldChg>
      <pc:sldChg chg="addSp delSp modSp new mod">
        <pc:chgData name="Yang Zhen SGH CDAY223" userId="58c6818a-3577-4ae3-8238-bcb4cc81b368" providerId="ADAL" clId="{BEBCD458-1472-443B-8616-221ED4FCAD17}" dt="2026-08-12T07:56:39.407" v="58" actId="1076"/>
        <pc:sldMkLst>
          <pc:docMk/>
          <pc:sldMk cId="480493087" sldId="262"/>
        </pc:sldMkLst>
        <pc:spChg chg="del">
          <ac:chgData name="Yang Zhen SGH CDAY223" userId="58c6818a-3577-4ae3-8238-bcb4cc81b368" providerId="ADAL" clId="{BEBCD458-1472-443B-8616-221ED4FCAD17}" dt="2026-08-12T07:56:32.847" v="54" actId="478"/>
          <ac:spMkLst>
            <pc:docMk/>
            <pc:sldMk cId="480493087" sldId="262"/>
            <ac:spMk id="2" creationId="{C0282FB4-A840-04B5-5463-78689D2AA575}"/>
          </ac:spMkLst>
        </pc:spChg>
        <pc:spChg chg="del">
          <ac:chgData name="Yang Zhen SGH CDAY223" userId="58c6818a-3577-4ae3-8238-bcb4cc81b368" providerId="ADAL" clId="{BEBCD458-1472-443B-8616-221ED4FCAD17}" dt="2026-08-12T07:56:32.847" v="54" actId="478"/>
          <ac:spMkLst>
            <pc:docMk/>
            <pc:sldMk cId="480493087" sldId="262"/>
            <ac:spMk id="3" creationId="{41831DA4-04DD-F4F6-44DB-C36EAC0C49C5}"/>
          </ac:spMkLst>
        </pc:spChg>
        <pc:picChg chg="add mod">
          <ac:chgData name="Yang Zhen SGH CDAY223" userId="58c6818a-3577-4ae3-8238-bcb4cc81b368" providerId="ADAL" clId="{BEBCD458-1472-443B-8616-221ED4FCAD17}" dt="2026-08-12T07:56:39.407" v="58" actId="1076"/>
          <ac:picMkLst>
            <pc:docMk/>
            <pc:sldMk cId="480493087" sldId="262"/>
            <ac:picMk id="5" creationId="{5D24CE9B-33F7-6BB9-DBA6-7A04F5E45A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AE832-7771-2094-DDBB-ACC823D3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23F16A-3F3C-8EB0-95EF-AD9EBF3E6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69D86-5BFF-8C33-059E-027D5838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B9C856-2838-BEFB-A5E4-92741F5D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292DF-2D45-62B4-4F7A-A09AD6F1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52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47DB2-B73B-6C58-E31D-3EF9631F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860F8-D76A-06DC-6176-954A8522A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5ACAE-2DF8-F499-0CDA-87FD63F9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4C174-086D-E7BB-4494-BF2572E7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28BE3-F475-E4DD-81EA-1C5DAEE9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64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4BCB-C9CD-66DF-1196-266B44D6F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586EAC-697C-9D2D-9A16-2D5639E9E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DC011-3519-A24A-F318-86C9C9FA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BA0A6-939E-E802-BC66-3EB4D10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176C1-429D-7B11-5F05-9935A76E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6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DE6E2-95F9-F74D-F5D3-46E67648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8C62A3-E0C7-5C3D-32B7-40B43315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1945CF-6C5B-4B62-0D31-825096310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DDC70C-8DCC-AF31-A681-BC3BDF27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0A615A-60C0-593C-9F24-FCCD741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5FDC36-7164-43DA-D1B7-3901A848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06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C8C06-E4F1-91FC-FFF5-D9241A4F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E31E0-D34C-0ECB-7B05-8740054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89A554-F30A-0BF5-26FA-05AD64E39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B93039-5EDA-6C7C-1345-03B57FB09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2757A0-DC0E-AF71-1DA0-63257011B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4C600F-3E22-5C8A-BBAA-71DF0220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7296FB-07AC-F627-6481-AFF176CA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A08A00-C2A4-0354-B5E6-DB315034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2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FCF0D-02D1-C43F-CCDC-AE3189DD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58DAD9-5902-AE64-9D56-E188DBFD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018DF2-AC6A-8377-3CF5-B5507D67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328B7E-E1A6-640E-A630-6CB272AE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8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DA86B2-D9D8-4757-8B1C-51EA84DB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A1FC30-5213-FEA3-22B8-26A27E37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285B1E-BD2A-BEE6-29FC-73C35148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9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E00AC-5336-46EA-404E-F3799B9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02660-8E2A-B620-BADA-EDE9CBED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B5600E-6894-DF1B-262D-B93A9833D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416ED2-BAB4-716F-8758-34F7D6D5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F55332-5C97-2537-027F-334DAA65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B6BBFE-2E8B-F4DB-6C09-EB71115A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07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7EB4F-020C-7DA4-7C0A-82A3B816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6634C6-FE5F-6987-2F9B-D986C5B11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8A7D60-1AAC-36D8-F8C4-182198CCC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EF5A2B-BB41-D348-AE13-9CB6D5E1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CD2034-FDEF-3740-F9C2-AC899BDC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EEC8AD-DA0B-06B2-F286-0C7E4765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35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9BE2D-A2FC-7DC7-F5D3-8279188B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43F953-DF7E-A393-7249-1CD4A5A2D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48EE0-4168-BBF8-8330-4B673931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62780F-0F75-0E92-D70D-AD04E683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EEF12-4997-EA12-572C-07C39F87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26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C45F33-D738-3DA3-D906-4FB17716F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96513C-B034-DEF2-9429-CA17D92B6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F2861F-B9F4-FF4F-92A7-C55E7DB5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F3F0F1-FBD2-72D3-B967-F79FBE39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38B15-5B13-2052-E506-0D1652FF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7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4BB0BE-5CFF-4C60-725C-68D16109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AFCD08-CF07-6D4B-8865-28E8FCAD6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7637B-6ACB-4D7F-2F34-EA00C9984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C1970-5966-4C40-A9AB-ACAA64C24B94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198F3-BF20-E32D-1007-071ADDA95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8CD92-75A1-5F7C-5BC9-1492DC799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EFDCB-A1FB-47C9-8543-FD0D342CB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3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df53daabb1/resources/app/out/vs/code/electron-browser/workbench/workbench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df53daabb1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df53daabb1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df53daabb1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df53daabb1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391009C-0993-5A03-B376-39782A36C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92770"/>
              </p:ext>
            </p:extLst>
          </p:nvPr>
        </p:nvGraphicFramePr>
        <p:xfrm>
          <a:off x="317228" y="109777"/>
          <a:ext cx="11557544" cy="6638445"/>
        </p:xfrm>
        <a:graphic>
          <a:graphicData uri="http://schemas.openxmlformats.org/drawingml/2006/table">
            <a:tbl>
              <a:tblPr/>
              <a:tblGrid>
                <a:gridCol w="2889386">
                  <a:extLst>
                    <a:ext uri="{9D8B030D-6E8A-4147-A177-3AD203B41FA5}">
                      <a16:colId xmlns:a16="http://schemas.microsoft.com/office/drawing/2014/main" val="879033220"/>
                    </a:ext>
                  </a:extLst>
                </a:gridCol>
                <a:gridCol w="2889386">
                  <a:extLst>
                    <a:ext uri="{9D8B030D-6E8A-4147-A177-3AD203B41FA5}">
                      <a16:colId xmlns:a16="http://schemas.microsoft.com/office/drawing/2014/main" val="954108855"/>
                    </a:ext>
                  </a:extLst>
                </a:gridCol>
                <a:gridCol w="2889386">
                  <a:extLst>
                    <a:ext uri="{9D8B030D-6E8A-4147-A177-3AD203B41FA5}">
                      <a16:colId xmlns:a16="http://schemas.microsoft.com/office/drawing/2014/main" val="577458962"/>
                    </a:ext>
                  </a:extLst>
                </a:gridCol>
                <a:gridCol w="2889386">
                  <a:extLst>
                    <a:ext uri="{9D8B030D-6E8A-4147-A177-3AD203B41FA5}">
                      <a16:colId xmlns:a16="http://schemas.microsoft.com/office/drawing/2014/main" val="930974546"/>
                    </a:ext>
                  </a:extLst>
                </a:gridCol>
              </a:tblGrid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信号/接口</a:t>
                      </a: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2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生产者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2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2F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F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主要消费者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2F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2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2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作用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2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1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629020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IsHdcSwitchEnabled()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3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3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HdcSwitch.c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:342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3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3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F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3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:390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abs_input.c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:1158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3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3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2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3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开关是否“允许/有效”，用于 CC 使能判断，也用于 ABS 的 HDC 场景识别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3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1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1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499404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IsHdcSwitchActive()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35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HdcSwitch.c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:347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3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:406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3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开关当前是否处于激活请求态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1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715158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IsHdcLedEnabled()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HdcSwitch.c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:362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3E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HMI/CAN 输出路径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开关灯状态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994534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IsCcRequested()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:431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A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D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:3168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abs_input.c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:1144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cc_safety.c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:98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D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D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D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CC 是否已经要求 HDC 制动。是 HDC 从监督层进入执行层的最关键总开关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90D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136189"/>
                  </a:ext>
                </a:extLst>
              </a:tr>
              <a:tr h="5472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GetMsgReqByHillDwnCtrl()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6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:1377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lcm_vlc.c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:280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HdcSwitch.c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:154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D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发布 HDC 模式：</a:t>
                      </a: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NOT_REQUIRED / ON_REQUIRED / BRAKE_REQUIRED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。既影响 HMI/VLC，也反向参与 HDC 开关逻辑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789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GetCcState()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:1146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A9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A9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:3181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40A9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E1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CC 状态机状态，LC 用它把 HDC 映射成 </a:t>
                      </a: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PASSIVE / ACTIVE / RESET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 的控制状态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715916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GetCcSpeedRequest()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:1180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A9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:3178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4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0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0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目标车速，LC 速度控制器的目标输入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0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850390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GetCcUnlimSpeedRequest()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A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A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:1206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40A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9E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9E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下游诊断/显示/扩展接口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609E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A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0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A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无上限目标速度请求，更多用于扩展信息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A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2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3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036910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GetCcWheelBias(wheel)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A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:1328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9E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:516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9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A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CC 输出每个车轮的偏置，LC 用它做压力分配调制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9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3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31716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GetCcStableWheelNum()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A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A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:1249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60A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:518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6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稳定轮数量，LC 用于 HDC I 项抑制与稳定性控制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209590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IsCcEngineInterventionRequested()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A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:530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:3179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是否要求发动机扭矩干预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62527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GetCcPressureRequest()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A0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CC 输出接口，声明在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cc.h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:84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:3180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D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E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D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外部压力请求输入给 LC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ED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2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761091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IsHdcActiveLampRequested()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F7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F7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:559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F7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HMI/灯控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E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F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D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F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激活灯请求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F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2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15475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IsHdcStandbyLampRequested()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F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F7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F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cc_output.c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:592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F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HMI/灯控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F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A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FF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HDC 待机灯请求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F0A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540622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Lc_Spd_Mf[HDC].Req_bn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F8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:3168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lc_spd_control.c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:373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A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把 CC 的 HDC 请求映射为 LC 的“速度控制成员请求”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206825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LcIn.HDC_State_u8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:3181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A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A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:3183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 后续状态映射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70A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1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B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1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把 CC 状态映射成 LC 的速度控制状态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1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234795"/>
                  </a:ext>
                </a:extLst>
              </a:tr>
              <a:tr h="386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LcOut.LcPressReq_s16[wheel]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2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2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:830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2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1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A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1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brake_arbitrator_input.c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:285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abs_input.c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:426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D01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1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1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1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LC 输出每轮压力请求，进入仲裁，也会被 ABS 侧观察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1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78453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GetDecelPressureGradientOnChannel(wheel)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2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:842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1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brake_arbitrator_input.c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:286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ssm_inputs.c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:323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1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LC 输出每轮压力梯度请求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457836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IsDecelBrakeRequested()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B0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B0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:906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B0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brake_arbitrator_input.c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:279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db_ebc_input.c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:181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AB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AB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LC 是否整体请求制动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40AB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198912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LcActInf.HDCPressReqActive_bn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E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B0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E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lc_output.c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:271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E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E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E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IsCcBrakeRequested()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 兼容接口、诊断/记录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E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AB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D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表示当前主动制动成员已经是 HDC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10D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2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990792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GetBrakeArbitratorSystemPressure(wheel)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D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E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Brake Arbitrator 输出，被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ac_inputs.c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:454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 读取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D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E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AC 执行器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B0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A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A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仲裁后的最终系统压力请求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70A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25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3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475258"/>
                  </a:ext>
                </a:extLst>
              </a:tr>
              <a:tr h="22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800" b="0" i="0">
                          <a:solidFill>
                            <a:srgbClr val="D6A576"/>
                          </a:solidFill>
                          <a:effectLst/>
                          <a:latin typeface="Consolas" panose="020B0609020204030204" pitchFamily="49" charset="0"/>
                        </a:rPr>
                        <a:t>GetBrakeArbitratorSystemGradient(wheel)</a:t>
                      </a:r>
                      <a:endParaRPr lang="zh-CN" sz="900" b="0" i="0">
                        <a:solidFill>
                          <a:srgbClr val="ABB2BF"/>
                        </a:solidFill>
                        <a:effectLst/>
                        <a:latin typeface="Segoe WPC"/>
                      </a:endParaRPr>
                    </a:p>
                  </a:txBody>
                  <a:tcPr marL="32312" marR="32312" marT="21541" marB="215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A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Brake Arbitrator 输出，被 </a:t>
                      </a:r>
                      <a:r>
                        <a:rPr lang="zh-CN" sz="800" b="0" i="0" u="none" strike="noStrike">
                          <a:solidFill>
                            <a:srgbClr val="ABB2BF"/>
                          </a:solidFill>
                          <a:effectLst/>
                          <a:latin typeface="Segoe WPC"/>
                          <a:hlinkClick r:id="rId2"/>
                        </a:rPr>
                        <a:t>ac_inputs.c</a:t>
                      </a:r>
                      <a:r>
                        <a:rPr lang="zh-CN" sz="800" b="0" i="0" u="none" strike="noStrike">
                          <a:solidFill>
                            <a:srgbClr val="6F7784"/>
                          </a:solidFill>
                          <a:effectLst/>
                          <a:latin typeface="Segoe WPC"/>
                          <a:hlinkClick r:id="rId2"/>
                        </a:rPr>
                        <a:t>:458</a:t>
                      </a: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 读取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40A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AC 执行器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C0A8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F6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A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900" b="0" i="0" dirty="0">
                          <a:solidFill>
                            <a:srgbClr val="ABB2BF"/>
                          </a:solidFill>
                          <a:effectLst/>
                          <a:latin typeface="Segoe WPC"/>
                        </a:rPr>
                        <a:t>仲裁后的最终系统压力梯度</a:t>
                      </a:r>
                    </a:p>
                  </a:txBody>
                  <a:tcPr marL="32312" marR="32312" marT="21541" marB="21541" anchor="ctr">
                    <a:lnL w="7620" cap="flat" cmpd="sng" algn="ctr">
                      <a:solidFill>
                        <a:srgbClr val="50F6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3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9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2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F5C9931-66AB-3C1D-A922-BF9015F9D839}"/>
              </a:ext>
            </a:extLst>
          </p:cNvPr>
          <p:cNvSpPr txBox="1"/>
          <p:nvPr/>
        </p:nvSpPr>
        <p:spPr>
          <a:xfrm>
            <a:off x="157018" y="43458"/>
            <a:ext cx="11877964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状态切换规则如下。</a:t>
            </a:r>
          </a:p>
          <a:p>
            <a:pPr marL="0" marR="0" indent="0" algn="l">
              <a:buNone/>
            </a:pPr>
            <a:r>
              <a:rPr lang="zh-CN" altLang="zh-CN" sz="800" b="1" i="0" dirty="0">
                <a:solidFill>
                  <a:srgbClr val="ABB2BF"/>
                </a:solidFill>
                <a:effectLst/>
                <a:latin typeface="Segoe WPC"/>
              </a:rPr>
              <a:t>A. </a:t>
            </a:r>
            <a:r>
              <a:rPr lang="zh-CN" altLang="zh-CN" sz="700" b="1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PASSIVE -&gt; ACTIVE</a:t>
            </a:r>
            <a:endParaRPr lang="zh-CN" altLang="zh-CN" sz="800" b="1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判断函数在 </a:t>
            </a:r>
            <a:r>
              <a:rPr lang="zh-CN" altLang="zh-CN" sz="700" b="0" i="0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cc_state.c</a:t>
            </a:r>
            <a:r>
              <a:rPr lang="zh-CN" altLang="zh-CN" sz="700" b="0" i="0" dirty="0">
                <a:solidFill>
                  <a:srgbClr val="6F7784"/>
                </a:solidFill>
                <a:effectLst/>
                <a:latin typeface="Segoe WPC"/>
                <a:hlinkClick r:id="rId2"/>
              </a:rPr>
              <a:t>:620</a:t>
            </a: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。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必须同时满足的大类条件：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HDC 总体允许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开关激活 </a:t>
            </a: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CcSwActive_b1 == TRUE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未被诊断禁用 </a:t>
            </a: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CcDis_b1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未被故障管理 inhibit </a:t>
            </a: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CcInh_b1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Enabled_b1 == TRUE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制动盘温度不过热 </a:t>
            </a: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BrakeDiscTempHigh_b1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车速与动力学窗口满足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车速高于最小启用速度 </a:t>
            </a:r>
            <a:r>
              <a:rPr lang="zh-CN" altLang="zh-CN" sz="700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VehSpd &gt;= CCMinSpd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车速低于最大允许速度，或者刚经历 postrun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发动机不处于低转速禁止区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油门小于阈值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主缸压力不高，或者驾驶员未制动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档位和车辆状态满足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不在 </a:t>
            </a:r>
            <a:r>
              <a:rPr lang="zh-CN" altLang="zh-CN" sz="700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P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EPB 未闭合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EPB 主动制动未介入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HSA 未持压，或者已进入释放阶段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手动挡下档位/发动机转速满足约束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坡度/纵向加速度满足 HDC 激活逻辑</a:t>
            </a:r>
            <a:b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</a:b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源码里是几种“或”关系叠加：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车辆自身因坡道开始加速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标准坡度阈值超过阈值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坡度变化率超过阈值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快速坡度信号超过更高阈值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如果配置了 crawl，则满足 crawl 专用条件也可进入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其它纵向功能不能抢占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LSCC_Active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APA_Active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7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VLC_Active == FALSE</a:t>
            </a:r>
            <a:endParaRPr lang="zh-CN" altLang="zh-CN" sz="800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如果这些条件不满足，但 </a:t>
            </a:r>
            <a:r>
              <a:rPr lang="zh-CN" altLang="zh-CN" sz="700" b="0" i="0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IsCcDragSupportActive() == TRUE</a:t>
            </a:r>
            <a:r>
              <a:rPr lang="zh-CN" altLang="zh-CN" sz="800" b="0" i="0" dirty="0">
                <a:solidFill>
                  <a:srgbClr val="ABB2BF"/>
                </a:solidFill>
                <a:effectLst/>
                <a:latin typeface="Segoe WPC"/>
              </a:rPr>
              <a:t>，源码里也允许通过 drag support 维持激活请求。</a:t>
            </a:r>
          </a:p>
        </p:txBody>
      </p:sp>
    </p:spTree>
    <p:extLst>
      <p:ext uri="{BB962C8B-B14F-4D97-AF65-F5344CB8AC3E}">
        <p14:creationId xmlns:p14="http://schemas.microsoft.com/office/powerpoint/2010/main" val="422832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014520D-519D-28E8-A584-58EAE87F9410}"/>
              </a:ext>
            </a:extLst>
          </p:cNvPr>
          <p:cNvSpPr txBox="1"/>
          <p:nvPr/>
        </p:nvSpPr>
        <p:spPr>
          <a:xfrm>
            <a:off x="89276" y="77349"/>
            <a:ext cx="6253772" cy="4186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825" b="1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ACTIVE -&gt; PASSIVE</a:t>
            </a:r>
            <a:endParaRPr lang="zh-CN" altLang="zh-CN" sz="975" b="1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判断函数在 </a:t>
            </a:r>
            <a:r>
              <a:rPr lang="zh-CN" altLang="zh-CN" sz="900" b="0" i="0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cc_state.c</a:t>
            </a:r>
            <a:r>
              <a:rPr lang="zh-CN" altLang="zh-CN" sz="900" b="0" i="0" dirty="0">
                <a:solidFill>
                  <a:srgbClr val="6F7784"/>
                </a:solidFill>
                <a:effectLst/>
                <a:latin typeface="Segoe WPC"/>
                <a:hlinkClick r:id="rId2"/>
              </a:rPr>
              <a:t>:453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。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典型触发条件：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平路检测稳定且制动扭矩已经足够低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驾驶员大力制动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驾驶员制动覆盖 HDC 请求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油门超过阈值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立即 reset 请求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EPB active / EPB closed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HSA active 且还未释放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reset 状态下速度接近零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reset 状态下 reset 目标速度已经跑到最大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reset 状态下实际车速没有跟随 reset 目标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车辆长时间静止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HDC 被整体 disable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目标速度关系不再满足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LSCC 激活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这里的设计意图是：如果 HDC 已经不再适合继续保压，优先回到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PASSIVE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，而不是一直停在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937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4A9850C-1F0E-1D34-FE07-5DA93FC17AFE}"/>
              </a:ext>
            </a:extLst>
          </p:cNvPr>
          <p:cNvSpPr txBox="1"/>
          <p:nvPr/>
        </p:nvSpPr>
        <p:spPr>
          <a:xfrm>
            <a:off x="249382" y="389480"/>
            <a:ext cx="6096000" cy="471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975" b="1" i="0" dirty="0">
                <a:solidFill>
                  <a:srgbClr val="ABB2BF"/>
                </a:solidFill>
                <a:effectLst/>
                <a:latin typeface="Segoe WPC"/>
              </a:rPr>
              <a:t>C. </a:t>
            </a:r>
            <a:r>
              <a:rPr lang="zh-CN" altLang="zh-CN" sz="825" b="1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ACTIVE -&gt; RESET</a:t>
            </a:r>
            <a:endParaRPr lang="zh-CN" altLang="zh-CN" sz="975" b="1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判断函数在 </a:t>
            </a:r>
            <a:r>
              <a:rPr lang="zh-CN" altLang="zh-CN" sz="900" b="0" i="0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cc_state.c</a:t>
            </a:r>
            <a:r>
              <a:rPr lang="zh-CN" altLang="zh-CN" sz="900" b="0" i="0" dirty="0">
                <a:solidFill>
                  <a:srgbClr val="6F7784"/>
                </a:solidFill>
                <a:effectLst/>
                <a:latin typeface="Segoe WPC"/>
                <a:hlinkClick r:id="rId2"/>
              </a:rPr>
              <a:t>:881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。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分为“快退”和“慢退”。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快退条件：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中等级别系统故障 </a:t>
            </a: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RstFast_b1 == TRUE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油门较大，且车辆确实处于 in-gear 状态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快退时：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transition_requested = TRUE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RstVehAx = CC_STAT_FAST_RST_VEH_AX_S16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慢退条件：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轻度系统故障 </a:t>
            </a: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RstSlow_b1 == TRUE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HDC 开关关闭，且 drag support 也不再激活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drag support 从 active 变为 inactive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制动盘温度过高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油门超过慢退阈值且车辆 in-gear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慢退时：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若驾驶员制动覆盖 HDC，则 reset 目标车加速度取反向慢退值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若是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RstSlow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 故障触发，则用慢退值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否则用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OFF_RST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 值</a:t>
            </a:r>
          </a:p>
        </p:txBody>
      </p:sp>
    </p:spTree>
    <p:extLst>
      <p:ext uri="{BB962C8B-B14F-4D97-AF65-F5344CB8AC3E}">
        <p14:creationId xmlns:p14="http://schemas.microsoft.com/office/powerpoint/2010/main" val="240349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14A1FF0-DAB0-01A9-E785-0931DFA29B98}"/>
              </a:ext>
            </a:extLst>
          </p:cNvPr>
          <p:cNvSpPr txBox="1"/>
          <p:nvPr/>
        </p:nvSpPr>
        <p:spPr>
          <a:xfrm>
            <a:off x="277893" y="392903"/>
            <a:ext cx="6097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975" b="1" i="0" dirty="0">
                <a:solidFill>
                  <a:srgbClr val="ABB2BF"/>
                </a:solidFill>
                <a:effectLst/>
                <a:latin typeface="Segoe WPC"/>
              </a:rPr>
              <a:t>D. </a:t>
            </a:r>
            <a:r>
              <a:rPr lang="zh-CN" altLang="zh-CN" sz="825" b="1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RESET -&gt; ACTIVE</a:t>
            </a:r>
            <a:endParaRPr lang="zh-CN" altLang="zh-CN" sz="975" b="1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条件在状态机总开关里：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当前不是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PASSIVE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IsCcPassiveStateRequested() == FALSE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IsCcResetStateRequested() == FALSE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u="none" strike="noStrike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IsCcActiveStateRequested() == TRUE</a:t>
            </a:r>
            <a:endParaRPr lang="zh-CN" altLang="zh-CN" sz="975" b="0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含义是 reset 释放过程允许被重新拉回 active，但必须重新满足激活条件。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ECB67D-2854-7FEF-7471-4D7BB52E0AE5}"/>
              </a:ext>
            </a:extLst>
          </p:cNvPr>
          <p:cNvSpPr txBox="1"/>
          <p:nvPr/>
        </p:nvSpPr>
        <p:spPr>
          <a:xfrm>
            <a:off x="277893" y="2902593"/>
            <a:ext cx="60960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975" b="1" i="0" dirty="0">
                <a:solidFill>
                  <a:srgbClr val="ABB2BF"/>
                </a:solidFill>
                <a:effectLst/>
                <a:latin typeface="Segoe WPC"/>
              </a:rPr>
              <a:t>E. </a:t>
            </a:r>
            <a:r>
              <a:rPr lang="zh-CN" altLang="zh-CN" sz="825" b="1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RESET -&gt; PASSIVE</a:t>
            </a:r>
            <a:endParaRPr lang="zh-CN" altLang="zh-CN" sz="975" b="1" i="0" dirty="0">
              <a:solidFill>
                <a:srgbClr val="ABB2BF"/>
              </a:solidFill>
              <a:effectLst/>
              <a:latin typeface="Segoe WPC"/>
            </a:endParaRPr>
          </a:p>
          <a:p>
            <a:pPr marL="0" marR="0" indent="0" algn="l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只要 </a:t>
            </a:r>
            <a:r>
              <a:rPr lang="zh-CN" altLang="zh-CN" sz="900" b="0" i="0" dirty="0">
                <a:solidFill>
                  <a:srgbClr val="ABB2BF"/>
                </a:solidFill>
                <a:effectLst/>
                <a:latin typeface="Segoe WPC"/>
                <a:hlinkClick r:id="rId2"/>
              </a:rPr>
              <a:t>IsCcPassiveStateRequested() == TRUE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，直接转 </a:t>
            </a:r>
            <a:r>
              <a:rPr lang="zh-CN" altLang="zh-CN" sz="825" b="0" i="0" dirty="0">
                <a:solidFill>
                  <a:srgbClr val="D6A576"/>
                </a:solidFill>
                <a:effectLst/>
                <a:latin typeface="Consolas" panose="020B0609020204030204" pitchFamily="49" charset="0"/>
              </a:rPr>
              <a:t>PASSIVE</a:t>
            </a:r>
            <a:r>
              <a:rPr lang="zh-CN" altLang="zh-CN" sz="975" b="0" i="0" dirty="0">
                <a:solidFill>
                  <a:srgbClr val="ABB2BF"/>
                </a:solidFill>
                <a:effectLst/>
                <a:latin typeface="Segoe WP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5040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3A3FF2-DEAF-EA49-FC50-8061FB818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12" y="9625"/>
            <a:ext cx="6959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1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24CE9B-33F7-6BB9-DBA6-7A04F5E4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0" y="1023937"/>
            <a:ext cx="11680260" cy="359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9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8" ma:contentTypeDescription="Create a new document." ma:contentTypeScope="" ma:versionID="9683c085a59988fd2dc84fe522921e1c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7184c417cebe2c46bf9076e6fd8b1060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Processing status" ma:internalName="PrimeClassificationStatus">
      <xsd:simpleType>
        <xsd:restriction base="dms:Text"/>
      </xsd:simpleType>
    </xsd:element>
    <xsd:element name="PrimeClassificationStatusDetails" ma:index="22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Processed" ma:internalName="PrimeLastClassified">
      <xsd:simpleType>
        <xsd:restriction base="dms:DateTime"/>
      </xsd:simpleType>
    </xsd:element>
    <xsd:element name="PrimeCorrectedByUser" ma:index="24" nillable="true" ma:displayName="Corrected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imeCorrectedByUser xmlns="f4ecdb93-bc7f-4438-8c77-236ab96c18a9" xsi:nil="true"/>
    <testStatus xmlns="455088e1-af34-4927-a3f0-bdce59540293">Not found</testStatus>
    <PrimeClassificationStatusDetails xmlns="f4ecdb93-bc7f-4438-8c77-236ab96c18a9" xsi:nil="true"/>
    <TaxCatchAll xmlns="f4ecdb93-bc7f-4438-8c77-236ab96c18a9" xsi:nil="true"/>
    <PrimeClassificationStatus xmlns="f4ecdb93-bc7f-4438-8c77-236ab96c18a9" xsi:nil="true"/>
    <PrimeLastClassified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AutofillMeta xmlns="f4ecdb93-bc7f-4438-8c77-236ab96c18a9" xsi:nil="true"/>
  </documentManagement>
</p:properties>
</file>

<file path=customXml/itemProps1.xml><?xml version="1.0" encoding="utf-8"?>
<ds:datastoreItem xmlns:ds="http://schemas.openxmlformats.org/officeDocument/2006/customXml" ds:itemID="{6E3BDE30-A60F-469C-806B-24F2F57F9FF0}"/>
</file>

<file path=customXml/itemProps2.xml><?xml version="1.0" encoding="utf-8"?>
<ds:datastoreItem xmlns:ds="http://schemas.openxmlformats.org/officeDocument/2006/customXml" ds:itemID="{74D8BD7B-10FF-4079-9BBD-CC245CC70642}"/>
</file>

<file path=customXml/itemProps3.xml><?xml version="1.0" encoding="utf-8"?>
<ds:datastoreItem xmlns:ds="http://schemas.openxmlformats.org/officeDocument/2006/customXml" ds:itemID="{1F5498F9-3C9F-4613-B378-1F1A8E69692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3266</Words>
  <Application>Microsoft Office PowerPoint</Application>
  <PresentationFormat>宽屏</PresentationFormat>
  <Paragraphs>171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Segoe WPC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Zhen SGH CDAY223</dc:creator>
  <cp:lastModifiedBy>Yang Zhen SGH CDAY223</cp:lastModifiedBy>
  <cp:revision>1</cp:revision>
  <dcterms:created xsi:type="dcterms:W3CDTF">2026-08-12T06:16:55Z</dcterms:created>
  <dcterms:modified xsi:type="dcterms:W3CDTF">2026-08-12T09:26:07Z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SetDate">
    <vt:lpwstr>2026-08-12T06:17:02Z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Name">
    <vt:lpwstr>Internal sub2 (no marking)</vt:lpwstr>
  </property>
  <property fmtid="{D5CDD505-2E9C-101B-9397-08002B2CF9AE}" pid="6" name="MSIP_Label_7294a1c8-9899-41e7-8f6e-8b1b3c79592a_SiteId">
    <vt:lpwstr>eb70b763-b6d7-4486-8555-8831709a784e</vt:lpwstr>
  </property>
  <property fmtid="{D5CDD505-2E9C-101B-9397-08002B2CF9AE}" pid="7" name="MSIP_Label_7294a1c8-9899-41e7-8f6e-8b1b3c79592a_ActionId">
    <vt:lpwstr>1fe9d680-6e8e-4d20-a6db-66d95d550313</vt:lpwstr>
  </property>
  <property fmtid="{D5CDD505-2E9C-101B-9397-08002B2CF9AE}" pid="8" name="MSIP_Label_7294a1c8-9899-41e7-8f6e-8b1b3c79592a_ContentBits">
    <vt:lpwstr>0</vt:lpwstr>
  </property>
  <property fmtid="{D5CDD505-2E9C-101B-9397-08002B2CF9AE}" pid="9" name="MSIP_Label_7294a1c8-9899-41e7-8f6e-8b1b3c79592a_Tag">
    <vt:lpwstr>10, 0, 1, 1</vt:lpwstr>
  </property>
  <property fmtid="{D5CDD505-2E9C-101B-9397-08002B2CF9AE}" pid="10" name="ContentTypeId">
    <vt:lpwstr>0x010100F4ECDE3992A08C4AB27EAAF617A05967</vt:lpwstr>
  </property>
</Properties>
</file>