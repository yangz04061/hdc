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7" r:id="rId5"/>
    <p:sldId id="273" r:id="rId6"/>
    <p:sldId id="275" r:id="rId7"/>
    <p:sldId id="276" r:id="rId8"/>
    <p:sldId id="277" r:id="rId9"/>
    <p:sldId id="274" r:id="rId10"/>
    <p:sldId id="272" r:id="rId11"/>
    <p:sldId id="262" r:id="rId12"/>
    <p:sldId id="268" r:id="rId13"/>
    <p:sldId id="269" r:id="rId14"/>
    <p:sldId id="270" r:id="rId15"/>
    <p:sldId id="271" r:id="rId16"/>
    <p:sldId id="267" r:id="rId17"/>
    <p:sldId id="266" r:id="rId18"/>
    <p:sldId id="265" r:id="rId19"/>
    <p:sldId id="264" r:id="rId20"/>
    <p:sldId id="263" r:id="rId21"/>
  </p:sldIdLst>
  <p:sldSz cx="9144000" cy="5143500" type="screen16x9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52" userDrawn="1">
          <p15:clr>
            <a:srgbClr val="A4A3A4"/>
          </p15:clr>
        </p15:guide>
        <p15:guide id="2" orient="horz" pos="612" userDrawn="1">
          <p15:clr>
            <a:srgbClr val="A4A3A4"/>
          </p15:clr>
        </p15:guide>
        <p15:guide id="3" orient="horz" pos="1854" userDrawn="1">
          <p15:clr>
            <a:srgbClr val="A4A3A4"/>
          </p15:clr>
        </p15:guide>
        <p15:guide id="4" orient="horz" pos="2994" userDrawn="1">
          <p15:clr>
            <a:srgbClr val="A4A3A4"/>
          </p15:clr>
        </p15:guide>
        <p15:guide id="5" pos="2934" userDrawn="1">
          <p15:clr>
            <a:srgbClr val="A4A3A4"/>
          </p15:clr>
        </p15:guide>
        <p15:guide id="6" pos="2826" userDrawn="1">
          <p15:clr>
            <a:srgbClr val="A4A3A4"/>
          </p15:clr>
        </p15:guide>
        <p15:guide id="7" pos="5538" userDrawn="1">
          <p15:clr>
            <a:srgbClr val="A4A3A4"/>
          </p15:clr>
        </p15:guide>
        <p15:guide id="8" pos="22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FF"/>
    <a:srgbClr val="ED686D"/>
    <a:srgbClr val="FFC6FF"/>
    <a:srgbClr val="FFABFF"/>
    <a:srgbClr val="FF00FF"/>
    <a:srgbClr val="FF0000"/>
    <a:srgbClr val="FF6E6E"/>
    <a:srgbClr val="FFFFFF"/>
    <a:srgbClr val="A8E4F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48069-CDAE-466C-8FD1-CE39EC54786A}" v="4" dt="2026-08-05T03:42:36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8" autoAdjust="0"/>
    <p:restoredTop sz="94604" autoAdjust="0"/>
  </p:normalViewPr>
  <p:slideViewPr>
    <p:cSldViewPr snapToGrid="0" snapToObjects="1">
      <p:cViewPr varScale="1">
        <p:scale>
          <a:sx n="146" d="100"/>
          <a:sy n="146" d="100"/>
        </p:scale>
        <p:origin x="402" y="108"/>
      </p:cViewPr>
      <p:guideLst>
        <p:guide orient="horz" pos="1752"/>
        <p:guide orient="horz" pos="612"/>
        <p:guide orient="horz" pos="1854"/>
        <p:guide orient="horz" pos="2994"/>
        <p:guide pos="2934"/>
        <p:guide pos="2826"/>
        <p:guide pos="5538"/>
        <p:guide pos="22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5" d="100"/>
          <a:sy n="85" d="100"/>
        </p:scale>
        <p:origin x="-3834" y="-96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Zhen SGH CDAY223" userId="58c6818a-3577-4ae3-8238-bcb4cc81b368" providerId="ADAL" clId="{BEBCD458-1472-443B-8616-221ED4FCAD17}"/>
    <pc:docChg chg="undo custSel modSld">
      <pc:chgData name="Yang Zhen SGH CDAY223" userId="58c6818a-3577-4ae3-8238-bcb4cc81b368" providerId="ADAL" clId="{BEBCD458-1472-443B-8616-221ED4FCAD17}" dt="2026-08-05T05:10:59.123" v="59" actId="13926"/>
      <pc:docMkLst>
        <pc:docMk/>
      </pc:docMkLst>
      <pc:sldChg chg="addSp delSp modSp mod">
        <pc:chgData name="Yang Zhen SGH CDAY223" userId="58c6818a-3577-4ae3-8238-bcb4cc81b368" providerId="ADAL" clId="{BEBCD458-1472-443B-8616-221ED4FCAD17}" dt="2026-08-05T05:10:59.123" v="59" actId="13926"/>
        <pc:sldMkLst>
          <pc:docMk/>
          <pc:sldMk cId="1361074128" sldId="273"/>
        </pc:sldMkLst>
        <pc:spChg chg="mod">
          <ac:chgData name="Yang Zhen SGH CDAY223" userId="58c6818a-3577-4ae3-8238-bcb4cc81b368" providerId="ADAL" clId="{BEBCD458-1472-443B-8616-221ED4FCAD17}" dt="2026-08-05T05:10:59.123" v="59" actId="13926"/>
          <ac:spMkLst>
            <pc:docMk/>
            <pc:sldMk cId="1361074128" sldId="273"/>
            <ac:spMk id="11" creationId="{B59BD773-4AA9-BD87-6100-3E3395D1BB23}"/>
          </ac:spMkLst>
        </pc:spChg>
        <pc:spChg chg="add del mod">
          <ac:chgData name="Yang Zhen SGH CDAY223" userId="58c6818a-3577-4ae3-8238-bcb4cc81b368" providerId="ADAL" clId="{BEBCD458-1472-443B-8616-221ED4FCAD17}" dt="2026-08-05T03:38:49.980" v="46" actId="478"/>
          <ac:spMkLst>
            <pc:docMk/>
            <pc:sldMk cId="1361074128" sldId="273"/>
            <ac:spMk id="15" creationId="{E8C87B50-5795-B0A4-1B5B-E98415745253}"/>
          </ac:spMkLst>
        </pc:spChg>
        <pc:spChg chg="mod">
          <ac:chgData name="Yang Zhen SGH CDAY223" userId="58c6818a-3577-4ae3-8238-bcb4cc81b368" providerId="ADAL" clId="{BEBCD458-1472-443B-8616-221ED4FCAD17}" dt="2026-08-05T03:35:54.581" v="17" actId="14100"/>
          <ac:spMkLst>
            <pc:docMk/>
            <pc:sldMk cId="1361074128" sldId="273"/>
            <ac:spMk id="69" creationId="{2562A93D-B3D0-0493-18E8-9DEC294ADC7E}"/>
          </ac:spMkLst>
        </pc:spChg>
        <pc:spChg chg="mod">
          <ac:chgData name="Yang Zhen SGH CDAY223" userId="58c6818a-3577-4ae3-8238-bcb4cc81b368" providerId="ADAL" clId="{BEBCD458-1472-443B-8616-221ED4FCAD17}" dt="2026-08-05T03:28:42.185" v="15" actId="1036"/>
          <ac:spMkLst>
            <pc:docMk/>
            <pc:sldMk cId="1361074128" sldId="273"/>
            <ac:spMk id="105" creationId="{C3878CCC-518F-2D3E-7F7C-E0F13535623F}"/>
          </ac:spMkLst>
        </pc:spChg>
      </pc:sldChg>
      <pc:sldChg chg="modSp mod">
        <pc:chgData name="Yang Zhen SGH CDAY223" userId="58c6818a-3577-4ae3-8238-bcb4cc81b368" providerId="ADAL" clId="{BEBCD458-1472-443B-8616-221ED4FCAD17}" dt="2026-08-05T03:42:42.851" v="56" actId="20577"/>
        <pc:sldMkLst>
          <pc:docMk/>
          <pc:sldMk cId="2192444799" sldId="275"/>
        </pc:sldMkLst>
        <pc:spChg chg="mod">
          <ac:chgData name="Yang Zhen SGH CDAY223" userId="58c6818a-3577-4ae3-8238-bcb4cc81b368" providerId="ADAL" clId="{BEBCD458-1472-443B-8616-221ED4FCAD17}" dt="2026-08-05T03:42:42.851" v="56" actId="20577"/>
          <ac:spMkLst>
            <pc:docMk/>
            <pc:sldMk cId="2192444799" sldId="275"/>
            <ac:spMk id="11" creationId="{805AA572-CE57-4C51-705C-98AFDB38691A}"/>
          </ac:spMkLst>
        </pc:spChg>
      </pc:sldChg>
      <pc:sldChg chg="modSp mod">
        <pc:chgData name="Yang Zhen SGH CDAY223" userId="58c6818a-3577-4ae3-8238-bcb4cc81b368" providerId="ADAL" clId="{BEBCD458-1472-443B-8616-221ED4FCAD17}" dt="2026-08-05T03:52:15.548" v="58" actId="1076"/>
        <pc:sldMkLst>
          <pc:docMk/>
          <pc:sldMk cId="994960827" sldId="276"/>
        </pc:sldMkLst>
        <pc:spChg chg="mod">
          <ac:chgData name="Yang Zhen SGH CDAY223" userId="58c6818a-3577-4ae3-8238-bcb4cc81b368" providerId="ADAL" clId="{BEBCD458-1472-443B-8616-221ED4FCAD17}" dt="2026-08-05T03:52:15.548" v="58" actId="1076"/>
          <ac:spMkLst>
            <pc:docMk/>
            <pc:sldMk cId="994960827" sldId="276"/>
            <ac:spMk id="11" creationId="{E0FB7F64-E6F5-5EB6-D86C-644BC6DE0BC3}"/>
          </ac:spMkLst>
        </pc:spChg>
        <pc:spChg chg="mod">
          <ac:chgData name="Yang Zhen SGH CDAY223" userId="58c6818a-3577-4ae3-8238-bcb4cc81b368" providerId="ADAL" clId="{BEBCD458-1472-443B-8616-221ED4FCAD17}" dt="2026-08-05T03:44:26.787" v="57" actId="14100"/>
          <ac:spMkLst>
            <pc:docMk/>
            <pc:sldMk cId="994960827" sldId="276"/>
            <ac:spMk id="33" creationId="{1BEFD2EB-5386-98D3-AD34-6ADD33245D00}"/>
          </ac:spMkLst>
        </pc:spChg>
      </pc:sldChg>
      <pc:sldChg chg="addSp delSp modSp mod">
        <pc:chgData name="Yang Zhen SGH CDAY223" userId="58c6818a-3577-4ae3-8238-bcb4cc81b368" providerId="ADAL" clId="{BEBCD458-1472-443B-8616-221ED4FCAD17}" dt="2026-08-05T03:17:29.351" v="14" actId="478"/>
        <pc:sldMkLst>
          <pc:docMk/>
          <pc:sldMk cId="41456843" sldId="277"/>
        </pc:sldMkLst>
        <pc:spChg chg="mod">
          <ac:chgData name="Yang Zhen SGH CDAY223" userId="58c6818a-3577-4ae3-8238-bcb4cc81b368" providerId="ADAL" clId="{BEBCD458-1472-443B-8616-221ED4FCAD17}" dt="2026-08-05T03:16:43.307" v="1" actId="14100"/>
          <ac:spMkLst>
            <pc:docMk/>
            <pc:sldMk cId="41456843" sldId="277"/>
            <ac:spMk id="74" creationId="{F7DFEB40-B7DF-EE0D-5757-5E9A0E39F2C7}"/>
          </ac:spMkLst>
        </pc:spChg>
        <pc:spChg chg="del mod">
          <ac:chgData name="Yang Zhen SGH CDAY223" userId="58c6818a-3577-4ae3-8238-bcb4cc81b368" providerId="ADAL" clId="{BEBCD458-1472-443B-8616-221ED4FCAD17}" dt="2026-08-05T03:17:29.351" v="14" actId="478"/>
          <ac:spMkLst>
            <pc:docMk/>
            <pc:sldMk cId="41456843" sldId="277"/>
            <ac:spMk id="106" creationId="{7D56EF69-1D33-2547-FE8E-1DF80211151E}"/>
          </ac:spMkLst>
        </pc:spChg>
        <pc:cxnChg chg="add del mod">
          <ac:chgData name="Yang Zhen SGH CDAY223" userId="58c6818a-3577-4ae3-8238-bcb4cc81b368" providerId="ADAL" clId="{BEBCD458-1472-443B-8616-221ED4FCAD17}" dt="2026-08-05T03:17:27.145" v="13" actId="478"/>
          <ac:cxnSpMkLst>
            <pc:docMk/>
            <pc:sldMk cId="41456843" sldId="277"/>
            <ac:cxnSpMk id="7" creationId="{E9D2F858-E197-596A-8B5A-29A913422C1E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37581487-DED7-4908-9A01-0A45EDCB1D6C}" type="datetimeFigureOut">
              <a:rPr lang="de-DE" sz="1100"/>
              <a:t>05.08.2026</a:t>
            </a:fld>
            <a:endParaRPr lang="de-DE" sz="1100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de-DE" sz="110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3F42A22D-1E89-46D3-A8B1-76349A9A3E3A}" type="slidenum">
              <a:rPr lang="de-DE" sz="1100"/>
              <a:t>‹#›</a:t>
            </a:fld>
            <a:endParaRPr lang="de-DE" sz="1100" dirty="0"/>
          </a:p>
        </p:txBody>
      </p:sp>
    </p:spTree>
    <p:extLst>
      <p:ext uri="{BB962C8B-B14F-4D97-AF65-F5344CB8AC3E}">
        <p14:creationId xmlns:p14="http://schemas.microsoft.com/office/powerpoint/2010/main" val="527662289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5888" y="403225"/>
            <a:ext cx="6850062" cy="385445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vert="horz" lIns="99048" tIns="49524" rIns="99048" bIns="49524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72667" y="4432312"/>
            <a:ext cx="6335333" cy="5439657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4" y="9947545"/>
            <a:ext cx="3076363" cy="282056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100"/>
            </a:lvl1pPr>
          </a:lstStyle>
          <a:p>
            <a:fld id="{D61B4C21-2AF8-4513-9A88-12DEBB551087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262257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16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32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648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864000" indent="-216000" algn="l" defTabSz="914400" rtl="0" eaLnBrk="1" latinLnBrk="0" hangingPunct="1">
      <a:buClr>
        <a:schemeClr val="tx2"/>
      </a:buClr>
      <a:buFont typeface="Tahoma" panose="020B0604030504040204" pitchFamily="34" charset="0"/>
      <a:buChar char="•"/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bildplatzhalter 2"/>
          <p:cNvSpPr>
            <a:spLocks noGrp="1" noRot="1" noChangeAspect="1"/>
          </p:cNvSpPr>
          <p:nvPr>
            <p:ph type="sldImg"/>
          </p:nvPr>
        </p:nvSpPr>
        <p:spPr>
          <a:xfrm>
            <a:off x="360363" y="360363"/>
            <a:ext cx="6119812" cy="3443287"/>
          </a:xfrm>
        </p:spPr>
      </p:sp>
      <p:sp>
        <p:nvSpPr>
          <p:cNvPr id="5" name="Notizenplatzhalt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B4C21-2AF8-4513-9A88-12DEBB551087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16513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10B27B7-17E5-4A05-7F83-00E7B178F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B27D11-1CD9-19FD-3A35-75868FE6D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8" y="2190181"/>
            <a:ext cx="8424000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93713CE-4716-A550-4F54-7739A55A3D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05.08.2026</a:t>
            </a:fld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B38394-6756-0F9B-4B68-F8E62E08EB3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4395" t="24411" r="24395" b="24411"/>
          <a:stretch/>
        </p:blipFill>
        <p:spPr>
          <a:xfrm>
            <a:off x="7828763" y="3828585"/>
            <a:ext cx="864000" cy="86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452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dark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109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473F4857-E0CA-3F2B-147D-10B520AAFE8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808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for brigh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2">
            <a:extLst>
              <a:ext uri="{FF2B5EF4-FFF2-40B4-BE49-F238E27FC236}">
                <a16:creationId xmlns:a16="http://schemas.microsoft.com/office/drawing/2014/main" id="{22FDBB0D-9A76-097F-5478-D8AB3324536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273"/>
            <a:ext cx="9144000" cy="514454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359999" y="908416"/>
            <a:ext cx="8424000" cy="1057982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de-DE" sz="3600" dirty="0">
                <a:solidFill>
                  <a:schemeClr val="accent5"/>
                </a:solidFill>
              </a:defRPr>
            </a:lvl1pPr>
          </a:lstStyle>
          <a:p>
            <a:pPr lvl="0"/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359997" y="2190180"/>
            <a:ext cx="8424001" cy="66378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2400" b="0" dirty="0">
                <a:solidFill>
                  <a:schemeClr val="accent5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ts val="3000"/>
              </a:lnSpc>
              <a:spcBef>
                <a:spcPct val="0"/>
              </a:spcBef>
            </a:pPr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6CF8F7F5-1D26-B002-9948-6C3932287B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828762" y="3828584"/>
            <a:ext cx="864000" cy="86426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 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19211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0C46C04E-B4AE-3757-B779-346B521441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881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A4AF9126-6937-A989-7F32-992CCFD90D9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F39BA41-B913-0437-A25B-775D9A03C5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04001" y="4890653"/>
            <a:ext cx="180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DC7C70C-6D75-BA5B-7801-55484AF8419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7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8424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6B7887E8-7A83-7E04-5B3E-859482CED4EC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301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slide with Picture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platzhalter 13"/>
          <p:cNvSpPr>
            <a:spLocks noGrp="1"/>
          </p:cNvSpPr>
          <p:nvPr>
            <p:ph type="body" sz="quarter" idx="12"/>
          </p:nvPr>
        </p:nvSpPr>
        <p:spPr>
          <a:xfrm>
            <a:off x="360002" y="324642"/>
            <a:ext cx="1279615" cy="682523"/>
          </a:xfrm>
        </p:spPr>
        <p:txBody>
          <a:bodyPr wrap="none" lIns="0" tIns="0" rIns="0" bIns="0">
            <a:noAutofit/>
          </a:bodyPr>
          <a:lstStyle>
            <a:lvl1pPr>
              <a:defRPr lang="de-DE" sz="2400" b="1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2"/>
          <p:cNvSpPr>
            <a:spLocks noGrp="1"/>
          </p:cNvSpPr>
          <p:nvPr>
            <p:ph type="body" sz="quarter" idx="13"/>
          </p:nvPr>
        </p:nvSpPr>
        <p:spPr>
          <a:xfrm>
            <a:off x="360001" y="1404858"/>
            <a:ext cx="4122000" cy="162327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32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/>
              <a:t>Mastertextformat bearbeiten</a:t>
            </a:r>
          </a:p>
        </p:txBody>
      </p:sp>
      <p:sp>
        <p:nvSpPr>
          <p:cNvPr id="2" name="Bildplatzhalter 2">
            <a:extLst>
              <a:ext uri="{FF2B5EF4-FFF2-40B4-BE49-F238E27FC236}">
                <a16:creationId xmlns:a16="http://schemas.microsoft.com/office/drawing/2014/main" id="{043B0EE3-F67E-B2CB-E7F0-9B5841AFA6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61096" y="0"/>
            <a:ext cx="4482904" cy="51435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9263DE1-C037-39FE-DC94-7BCEAC44F8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04001" y="4871601"/>
            <a:ext cx="180000" cy="108000"/>
          </a:xfrm>
        </p:spPr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3643AFB-05B7-7AEC-BD7F-D8F9A67AF972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5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8235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4FF4FF9-089E-B64F-31F5-B32916481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B1E25E-CC58-36FC-D066-614E813AA4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0005" y="972000"/>
            <a:ext cx="4122737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6189EB9-5D0A-643A-9E37-67B6A10F4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1F90B3-341F-6366-0B38-F7E0F7B8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de-DE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E326E1C-6104-4B1D-A0DF-E3388A3C354E}" type="datetimeFigureOut">
              <a:rPr lang="de-DE" smtClean="0"/>
              <a:pPr/>
              <a:t>05.08.2026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229ABA9-53BD-FEB3-7879-870B77FB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9E99631-F2A8-59D7-D1F8-6147F1E0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EB6847-08BA-46A7-9F57-5D815BE626A9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4343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962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4660362" y="972000"/>
            <a:ext cx="4122737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4660362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1755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Inhaltsplatzhalter 1"/>
          <p:cNvSpPr>
            <a:spLocks noGrp="1"/>
          </p:cNvSpPr>
          <p:nvPr>
            <p:ph idx="1"/>
          </p:nvPr>
        </p:nvSpPr>
        <p:spPr bwMode="gray">
          <a:xfrm>
            <a:off x="360001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3"/>
          </p:nvPr>
        </p:nvSpPr>
        <p:spPr bwMode="gray">
          <a:xfrm>
            <a:off x="3222002" y="972000"/>
            <a:ext cx="2700000" cy="180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sz="quarter" idx="14"/>
          </p:nvPr>
        </p:nvSpPr>
        <p:spPr>
          <a:xfrm>
            <a:off x="6084002" y="972000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4"/>
          <p:cNvSpPr>
            <a:spLocks noGrp="1"/>
          </p:cNvSpPr>
          <p:nvPr>
            <p:ph sz="quarter" idx="15"/>
          </p:nvPr>
        </p:nvSpPr>
        <p:spPr>
          <a:xfrm>
            <a:off x="360001" y="2951775"/>
            <a:ext cx="2700000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9" name="Inhaltsplatzhalter 5"/>
          <p:cNvSpPr>
            <a:spLocks noGrp="1"/>
          </p:cNvSpPr>
          <p:nvPr>
            <p:ph sz="quarter" idx="16"/>
          </p:nvPr>
        </p:nvSpPr>
        <p:spPr>
          <a:xfrm>
            <a:off x="3222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6"/>
          <p:cNvSpPr>
            <a:spLocks noGrp="1"/>
          </p:cNvSpPr>
          <p:nvPr>
            <p:ph sz="quarter" idx="17"/>
          </p:nvPr>
        </p:nvSpPr>
        <p:spPr>
          <a:xfrm>
            <a:off x="6084002" y="2951775"/>
            <a:ext cx="2700000" cy="180022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66009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4661096" y="0"/>
            <a:ext cx="4482904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862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4122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3563234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5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4122737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Bildplatzhalter 1"/>
          <p:cNvSpPr>
            <a:spLocks noGrp="1"/>
          </p:cNvSpPr>
          <p:nvPr>
            <p:ph type="pic" sz="quarter" idx="12"/>
          </p:nvPr>
        </p:nvSpPr>
        <p:spPr>
          <a:xfrm>
            <a:off x="4661096" y="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8" name="Bildplatzhalter 2"/>
          <p:cNvSpPr>
            <a:spLocks noGrp="1"/>
          </p:cNvSpPr>
          <p:nvPr>
            <p:ph type="pic" sz="quarter" idx="13"/>
          </p:nvPr>
        </p:nvSpPr>
        <p:spPr>
          <a:xfrm>
            <a:off x="4661096" y="2574002"/>
            <a:ext cx="4482904" cy="2574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0303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5" name="Textplatzhalter 1"/>
          <p:cNvSpPr>
            <a:spLocks noGrp="1"/>
          </p:cNvSpPr>
          <p:nvPr>
            <p:ph type="body" sz="quarter" idx="12"/>
          </p:nvPr>
        </p:nvSpPr>
        <p:spPr>
          <a:xfrm>
            <a:off x="360001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3222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6084002" y="971999"/>
            <a:ext cx="2700000" cy="36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="1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15"/>
          </p:nvPr>
        </p:nvSpPr>
        <p:spPr>
          <a:xfrm>
            <a:off x="360001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Bildplatzhalter 2"/>
          <p:cNvSpPr>
            <a:spLocks noGrp="1"/>
          </p:cNvSpPr>
          <p:nvPr>
            <p:ph type="pic" sz="quarter" idx="16"/>
          </p:nvPr>
        </p:nvSpPr>
        <p:spPr>
          <a:xfrm>
            <a:off x="3222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3"/>
          <p:cNvSpPr>
            <a:spLocks noGrp="1"/>
          </p:cNvSpPr>
          <p:nvPr>
            <p:ph type="pic" sz="quarter" idx="17"/>
          </p:nvPr>
        </p:nvSpPr>
        <p:spPr>
          <a:xfrm>
            <a:off x="6084002" y="1511998"/>
            <a:ext cx="2700000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Inhaltsplatzhalter 1"/>
          <p:cNvSpPr>
            <a:spLocks noGrp="1"/>
          </p:cNvSpPr>
          <p:nvPr>
            <p:ph sz="quarter" idx="18"/>
          </p:nvPr>
        </p:nvSpPr>
        <p:spPr>
          <a:xfrm>
            <a:off x="360001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sz="quarter" idx="19"/>
          </p:nvPr>
        </p:nvSpPr>
        <p:spPr>
          <a:xfrm>
            <a:off x="3222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3"/>
          <p:cNvSpPr>
            <a:spLocks noGrp="1"/>
          </p:cNvSpPr>
          <p:nvPr>
            <p:ph sz="quarter" idx="20"/>
          </p:nvPr>
        </p:nvSpPr>
        <p:spPr>
          <a:xfrm>
            <a:off x="6084002" y="3491998"/>
            <a:ext cx="2700000" cy="126000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928521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 vert="horz" lIns="0" tIns="0" rIns="0" bIns="0" rtlCol="0" anchor="ctr"/>
          <a:lstStyle>
            <a:lvl1pPr>
              <a:defRPr lang="de-DE" smtClean="0"/>
            </a:lvl1pPr>
          </a:lstStyle>
          <a:p>
            <a:fld id="{D985BC7C-F6A2-4FED-9217-735A5E10A319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2"/>
          </p:nvPr>
        </p:nvSpPr>
        <p:spPr>
          <a:xfrm>
            <a:off x="360002" y="972000"/>
            <a:ext cx="8424000" cy="3780000"/>
          </a:xfr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04532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784309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2781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5" y="972000"/>
            <a:ext cx="4122737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0132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60004" y="295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218758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3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1">
            <a:extLst>
              <a:ext uri="{FF2B5EF4-FFF2-40B4-BE49-F238E27FC236}">
                <a16:creationId xmlns:a16="http://schemas.microsoft.com/office/drawing/2014/main" id="{4244940D-BCF9-4854-A262-67E8EFBBB0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4" y="972000"/>
            <a:ext cx="4122737" cy="180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885636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two Pictures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3465751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four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76A22173-963E-47DA-BA5E-830D62C65C4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0004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5" name="Bildplatzhalter 4">
            <a:extLst>
              <a:ext uri="{FF2B5EF4-FFF2-40B4-BE49-F238E27FC236}">
                <a16:creationId xmlns:a16="http://schemas.microsoft.com/office/drawing/2014/main" id="{B6940BFB-5824-458B-B1F2-E9406433E6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502741" y="2952556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211660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A8E6E9FE-CE6E-4809-89BC-5C2FBA8FD11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360004" y="2952000"/>
            <a:ext cx="4122737" cy="18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/>
          </p:nvPr>
        </p:nvSpPr>
        <p:spPr>
          <a:xfrm>
            <a:off x="4661096" y="972000"/>
            <a:ext cx="4122000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3D9FB89A-7413-4EB9-968E-FD2E7383E9B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3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719FEAE7-3FB4-4550-84CA-2F14276DF78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02741" y="972000"/>
            <a:ext cx="1980000" cy="1799444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584450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II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2674746" cy="37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4" name="Bildplatzhalter 2">
            <a:extLst>
              <a:ext uri="{FF2B5EF4-FFF2-40B4-BE49-F238E27FC236}">
                <a16:creationId xmlns:a16="http://schemas.microsoft.com/office/drawing/2014/main" id="{E45A8B0F-33B4-90CA-586B-BA540BF562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66660" y="972000"/>
            <a:ext cx="5517341" cy="37800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59346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4"/>
            <a:ext cx="8424001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7" name="Inhaltsplatzhalter 3"/>
          <p:cNvSpPr>
            <a:spLocks noGrp="1"/>
          </p:cNvSpPr>
          <p:nvPr>
            <p:ph idx="13" hasCustomPrompt="1"/>
          </p:nvPr>
        </p:nvSpPr>
        <p:spPr>
          <a:xfrm>
            <a:off x="360002" y="4032000"/>
            <a:ext cx="8424000" cy="720000"/>
          </a:xfrm>
        </p:spPr>
        <p:txBody>
          <a:bodyPr/>
          <a:lstStyle>
            <a:lvl2pPr marL="0" indent="0">
              <a:buNone/>
              <a:defRPr/>
            </a:lvl2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68002865-4DF0-4DF0-9A0B-10DDC8EA3CE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60002" y="972000"/>
            <a:ext cx="8424000" cy="2879111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4357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gaz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340818" y="4707947"/>
            <a:ext cx="4610366" cy="36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9991" tIns="89991" rIns="89991" bIns="8999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fontAlgn="base">
              <a:lnSpc>
                <a:spcPts val="1699"/>
              </a:lnSpc>
              <a:spcBef>
                <a:spcPts val="840"/>
              </a:spcBef>
              <a:spcAft>
                <a:spcPct val="0"/>
              </a:spcAft>
            </a:pPr>
            <a:endParaRPr lang="de-DE" sz="1200" dirty="0">
              <a:solidFill>
                <a:srgbClr val="000000"/>
              </a:solidFill>
              <a:cs typeface="Tahom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2" y="143999"/>
            <a:ext cx="3060000" cy="792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929391" y="4871601"/>
            <a:ext cx="2484000" cy="108000"/>
          </a:xfrm>
        </p:spPr>
        <p:txBody>
          <a:bodyPr vert="horz" lIns="0" tIns="0" rIns="0" bIns="0" rtlCol="0" anchor="ctr"/>
          <a:lstStyle>
            <a:lvl1pPr>
              <a:defRPr lang="de-DE"/>
            </a:lvl1pPr>
          </a:lstStyle>
          <a:p>
            <a:endParaRPr lang="de-DE" dirty="0"/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 bwMode="gray">
          <a:xfrm>
            <a:off x="360003" y="972000"/>
            <a:ext cx="3060000" cy="3780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2"/>
          <p:cNvSpPr>
            <a:spLocks noGrp="1"/>
          </p:cNvSpPr>
          <p:nvPr>
            <p:ph type="pic" sz="quarter" idx="12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>
              <a:lnSpc>
                <a:spcPts val="800"/>
              </a:lnSpc>
            </a:pPr>
            <a:fld id="{D985BC7C-F6A2-4FED-9217-735A5E10A319}" type="slidenum">
              <a:rPr lang="de-DE" smtClean="0">
                <a:solidFill>
                  <a:srgbClr val="FFFFFF"/>
                </a:solidFill>
              </a:rPr>
              <a:pPr>
                <a:lnSpc>
                  <a:spcPts val="800"/>
                </a:lnSpc>
              </a:pPr>
              <a:t>‹#›</a:t>
            </a:fld>
            <a:endParaRPr lang="de-DE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7912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gazine (blue)">
    <p:bg>
      <p:bgPr>
        <a:solidFill>
          <a:srgbClr val="0026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>
            <a:extLst>
              <a:ext uri="{FF2B5EF4-FFF2-40B4-BE49-F238E27FC236}">
                <a16:creationId xmlns:a16="http://schemas.microsoft.com/office/drawing/2014/main" id="{186F5D01-180D-E760-A47A-88A7ECBE19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64000" y="0"/>
            <a:ext cx="5580000" cy="5143500"/>
          </a:xfrm>
          <a:solidFill>
            <a:schemeClr val="bg2"/>
          </a:solidFill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3060000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3060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29391" y="4871601"/>
            <a:ext cx="2484000" cy="108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E553B8C-1A4B-36BA-3482-8CAB42A7FF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" b="33"/>
          <a:stretch/>
        </p:blipFill>
        <p:spPr>
          <a:xfrm>
            <a:off x="360002" y="4796188"/>
            <a:ext cx="209204" cy="209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4420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‹#›</a:t>
            </a:fld>
            <a:endParaRPr lang="de-DE" dirty="0"/>
          </a:p>
        </p:txBody>
      </p:sp>
      <p:sp>
        <p:nvSpPr>
          <p:cNvPr id="2" name="Textplatzhalter 13">
            <a:extLst>
              <a:ext uri="{FF2B5EF4-FFF2-40B4-BE49-F238E27FC236}">
                <a16:creationId xmlns:a16="http://schemas.microsoft.com/office/drawing/2014/main" id="{FD43FEB3-666E-7E1F-5B2C-65CFA8FF88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Name, Position</a:t>
            </a:r>
          </a:p>
        </p:txBody>
      </p:sp>
      <p:sp>
        <p:nvSpPr>
          <p:cNvPr id="5" name="Textplatzhalter 12">
            <a:extLst>
              <a:ext uri="{FF2B5EF4-FFF2-40B4-BE49-F238E27FC236}">
                <a16:creationId xmlns:a16="http://schemas.microsoft.com/office/drawing/2014/main" id="{C2AD7D0A-49BD-8878-4C0C-B38FBB72CBA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de-DE" dirty="0"/>
              <a:t>„Insert a </a:t>
            </a:r>
            <a:r>
              <a:rPr lang="de-DE" dirty="0" err="1"/>
              <a:t>quote</a:t>
            </a:r>
            <a:r>
              <a:rPr lang="de-DE" dirty="0"/>
              <a:t> </a:t>
            </a:r>
            <a:r>
              <a:rPr lang="de-DE" dirty="0" err="1"/>
              <a:t>here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a nice </a:t>
            </a:r>
            <a:r>
              <a:rPr lang="de-DE" dirty="0" err="1"/>
              <a:t>place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go</a:t>
            </a:r>
            <a:r>
              <a:rPr lang="de-DE" dirty="0"/>
              <a:t>!“</a:t>
            </a:r>
          </a:p>
        </p:txBody>
      </p:sp>
    </p:spTree>
    <p:extLst>
      <p:ext uri="{BB962C8B-B14F-4D97-AF65-F5344CB8AC3E}">
        <p14:creationId xmlns:p14="http://schemas.microsoft.com/office/powerpoint/2010/main" val="848220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lu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Lorem ipsum is a nice place to go!”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96586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bright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accent5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9341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(dark Pictur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E2C458AD-83CE-32B0-933B-3D74A8954789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9144000" cy="5143500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Insert picture by clicking on the symbol (in the middle, you might need to move the quote text first to get there)…</a:t>
            </a:r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sp>
        <p:nvSpPr>
          <p:cNvPr id="7" name="Textplatzhalter 13">
            <a:extLst>
              <a:ext uri="{FF2B5EF4-FFF2-40B4-BE49-F238E27FC236}">
                <a16:creationId xmlns:a16="http://schemas.microsoft.com/office/drawing/2014/main" id="{A4BD2A3A-FD6A-F860-D5AB-D4BB89A3B2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0001" y="3867424"/>
            <a:ext cx="4104051" cy="864000"/>
          </a:xfrm>
        </p:spPr>
        <p:txBody>
          <a:bodyPr wrap="none" lIns="0" tIns="0" rIns="0" bIns="0" anchor="ctr" anchorCtr="0">
            <a:noAutofit/>
          </a:bodyPr>
          <a:lstStyle>
            <a:lvl1pPr>
              <a:defRPr lang="de-DE" sz="1400" b="0" kern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Name , Position</a:t>
            </a:r>
          </a:p>
        </p:txBody>
      </p:sp>
      <p:sp>
        <p:nvSpPr>
          <p:cNvPr id="8" name="Textplatzhalter 12">
            <a:extLst>
              <a:ext uri="{FF2B5EF4-FFF2-40B4-BE49-F238E27FC236}">
                <a16:creationId xmlns:a16="http://schemas.microsoft.com/office/drawing/2014/main" id="{FC1D538F-E186-22F5-0077-8D8F1475417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8775" y="987425"/>
            <a:ext cx="7200000" cy="2700000"/>
          </a:xfrm>
          <a:noFill/>
        </p:spPr>
        <p:txBody>
          <a:bodyPr wrap="square" lIns="0" tIns="0" rIns="0" bIns="0" rtlCol="0">
            <a:noAutofit/>
          </a:bodyPr>
          <a:lstStyle>
            <a:lvl1pPr>
              <a:defRPr lang="de-DE" sz="4000" b="1" kern="1200" dirty="0">
                <a:solidFill>
                  <a:schemeClr val="bg1"/>
                </a:solidFill>
                <a:latin typeface="+mj-lt"/>
                <a:ea typeface="Tahoma" charset="0"/>
                <a:cs typeface="Tahoma" charset="0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 dirty="0"/>
              <a:t>„Insert a quote here. Change the picture by moving the quote and click on the picture icon…”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4055898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Highlight Slide: 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60002" y="972000"/>
            <a:ext cx="8424000" cy="37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930CF375-D2D8-7049-8838-653CE776D9A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6E553B8C-1A4B-36BA-3482-8CAB42A7FFB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4" name="Text Box 10">
              <a:extLst>
                <a:ext uri="{FF2B5EF4-FFF2-40B4-BE49-F238E27FC236}">
                  <a16:creationId xmlns:a16="http://schemas.microsoft.com/office/drawing/2014/main" id="{73FAFDC2-E0C2-6848-E936-8DC21CE5E3FE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5626264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Highlight Slide: 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5" name="Textfeld 14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248D9E-1B90-BC6D-A0B7-902F5377D954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A166C5BF-00FA-DD53-8868-536F948D0F1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ACB40CC4-1CC3-7CD8-CAA5-9BAAF4D6756A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83610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Highlight Slide: 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4" name="Textfeld 13" descr="NovaPathClassification"/>
          <p:cNvSpPr txBox="1"/>
          <p:nvPr userDrawn="1"/>
        </p:nvSpPr>
        <p:spPr>
          <a:xfrm>
            <a:off x="6269275" y="4887949"/>
            <a:ext cx="126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/>
            <a:endParaRPr lang="en-US" sz="600" noProof="0" dirty="0">
              <a:solidFill>
                <a:schemeClr val="bg1"/>
              </a:solidFill>
            </a:endParaRP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073FC9BD-7338-0E63-59CA-40B27CEA74EE}"/>
              </a:ext>
            </a:extLst>
          </p:cNvPr>
          <p:cNvGrpSpPr/>
          <p:nvPr userDrawn="1"/>
        </p:nvGrpSpPr>
        <p:grpSpPr>
          <a:xfrm>
            <a:off x="360002" y="4796188"/>
            <a:ext cx="8147030" cy="209068"/>
            <a:chOff x="360002" y="4796188"/>
            <a:chExt cx="8147030" cy="209068"/>
          </a:xfrm>
        </p:grpSpPr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64F8E7A1-BCD3-532D-DAAF-16C84BE887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3" b="33"/>
            <a:stretch/>
          </p:blipFill>
          <p:spPr>
            <a:xfrm>
              <a:off x="360002" y="4796188"/>
              <a:ext cx="209204" cy="209068"/>
            </a:xfrm>
            <a:prstGeom prst="rect">
              <a:avLst/>
            </a:prstGeom>
          </p:spPr>
        </p:pic>
        <p:sp>
          <p:nvSpPr>
            <p:cNvPr id="6" name="Text Box 10">
              <a:extLst>
                <a:ext uri="{FF2B5EF4-FFF2-40B4-BE49-F238E27FC236}">
                  <a16:creationId xmlns:a16="http://schemas.microsoft.com/office/drawing/2014/main" id="{6F36FB3F-0833-0E50-B73A-B1AC72FCF693}"/>
                </a:ext>
              </a:extLst>
            </p:cNvPr>
            <p:cNvSpPr txBox="1">
              <a:spLocks noChangeArrowheads="1"/>
            </p:cNvSpPr>
            <p:nvPr userDrawn="1"/>
          </p:nvSpPr>
          <p:spPr bwMode="black">
            <a:xfrm>
              <a:off x="7607032" y="4871601"/>
              <a:ext cx="900000" cy="108000"/>
            </a:xfrm>
            <a:prstGeom prst="rect">
              <a:avLst/>
            </a:prstGeom>
          </p:spPr>
          <p:txBody>
            <a:bodyPr vert="horz" lIns="0" tIns="0" rIns="0" bIns="0" rtlCol="0" anchor="ctr"/>
            <a:lstStyle>
              <a:defPPr>
                <a:defRPr lang="de-DE"/>
              </a:defPPr>
              <a:lvl1pPr>
                <a:defRPr sz="600"/>
              </a:lvl1pPr>
            </a:lstStyle>
            <a:p>
              <a:pPr lvl="0" algn="r"/>
              <a:r>
                <a:rPr lang="de-DE" dirty="0">
                  <a:solidFill>
                    <a:schemeClr val="bg1"/>
                  </a:solidFill>
                </a:rPr>
                <a:t>© ZF Friedrichshafen 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1299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60364" y="143955"/>
            <a:ext cx="8424001" cy="79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60002" y="972000"/>
            <a:ext cx="8424000" cy="37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29391" y="4871601"/>
            <a:ext cx="522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04001" y="4871601"/>
            <a:ext cx="18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5"/>
                </a:solidFill>
              </a:defRPr>
            </a:lvl1pPr>
          </a:lstStyle>
          <a:p>
            <a:fld id="{AE839375-43AA-4A5D-B991-4343C4570BCB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Text Box 10"/>
          <p:cNvSpPr txBox="1">
            <a:spLocks noChangeArrowheads="1"/>
          </p:cNvSpPr>
          <p:nvPr userDrawn="1"/>
        </p:nvSpPr>
        <p:spPr bwMode="black">
          <a:xfrm>
            <a:off x="7607032" y="4871601"/>
            <a:ext cx="900000" cy="108000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de-DE"/>
            </a:defPPr>
            <a:lvl1pPr>
              <a:defRPr sz="600"/>
            </a:lvl1pPr>
          </a:lstStyle>
          <a:p>
            <a:pPr lvl="0" algn="r"/>
            <a:r>
              <a:rPr lang="de-DE" dirty="0"/>
              <a:t>© ZF Friedrichshafen AG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715D946-1597-B199-E6D8-8C91CD72428E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24395" t="24411" r="24395" b="24411"/>
          <a:stretch/>
        </p:blipFill>
        <p:spPr>
          <a:xfrm>
            <a:off x="360003" y="4796189"/>
            <a:ext cx="209204" cy="209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026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1" r:id="rId2"/>
    <p:sldLayoutId id="2147483719" r:id="rId3"/>
    <p:sldLayoutId id="2147483714" r:id="rId4"/>
    <p:sldLayoutId id="2147483720" r:id="rId5"/>
    <p:sldLayoutId id="2147483721" r:id="rId6"/>
    <p:sldLayoutId id="2147483715" r:id="rId7"/>
    <p:sldLayoutId id="2147483650" r:id="rId8"/>
    <p:sldLayoutId id="2147483722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54" r:id="rId17"/>
    <p:sldLayoutId id="2147483655" r:id="rId18"/>
    <p:sldLayoutId id="2147483693" r:id="rId19"/>
    <p:sldLayoutId id="2147483694" r:id="rId20"/>
    <p:sldLayoutId id="2147483695" r:id="rId21"/>
    <p:sldLayoutId id="2147483696" r:id="rId22"/>
    <p:sldLayoutId id="2147483698" r:id="rId23"/>
    <p:sldLayoutId id="2147483699" r:id="rId24"/>
    <p:sldLayoutId id="2147483718" r:id="rId25"/>
    <p:sldLayoutId id="2147483700" r:id="rId26"/>
    <p:sldLayoutId id="2147483724" r:id="rId27"/>
    <p:sldLayoutId id="2147483725" r:id="rId28"/>
    <p:sldLayoutId id="2147483726" r:id="rId29"/>
    <p:sldLayoutId id="2147483727" r:id="rId30"/>
    <p:sldLayoutId id="2147483728" r:id="rId31"/>
    <p:sldLayoutId id="2147483729" r:id="rId32"/>
    <p:sldLayoutId id="2147483688" r:id="rId33"/>
    <p:sldLayoutId id="2147483689" r:id="rId34"/>
    <p:sldLayoutId id="2147483690" r:id="rId35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0"/>
        </a:spcBef>
        <a:spcAft>
          <a:spcPts val="300"/>
        </a:spcAft>
        <a:buFont typeface="Arial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spcBef>
          <a:spcPts val="0"/>
        </a:spcBef>
        <a:spcAft>
          <a:spcPts val="300"/>
        </a:spcAft>
        <a:buClr>
          <a:schemeClr val="accent5"/>
        </a:buClr>
        <a:buFont typeface="Tahoma" panose="020B060403050404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spcBef>
          <a:spcPts val="0"/>
        </a:spcBef>
        <a:spcAft>
          <a:spcPts val="600"/>
        </a:spcAft>
        <a:buFont typeface="Arial" pitchFamily="34" charset="0"/>
        <a:buNone/>
        <a:defRPr sz="1200" b="1" kern="1200">
          <a:solidFill>
            <a:schemeClr val="tx1"/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elbox">
            <a:extLst>
              <a:ext uri="{FF2B5EF4-FFF2-40B4-BE49-F238E27FC236}">
                <a16:creationId xmlns:a16="http://schemas.microsoft.com/office/drawing/2014/main" id="{F2CB7562-1E54-A132-3D13-6CFC80845B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HDC </a:t>
            </a:r>
            <a:r>
              <a:rPr lang="de-DE" dirty="0" err="1"/>
              <a:t>Logic</a:t>
            </a:r>
            <a:endParaRPr lang="de-DE" dirty="0"/>
          </a:p>
        </p:txBody>
      </p:sp>
      <p:sp>
        <p:nvSpPr>
          <p:cNvPr id="27" name="Untertitelbox">
            <a:extLst>
              <a:ext uri="{FF2B5EF4-FFF2-40B4-BE49-F238E27FC236}">
                <a16:creationId xmlns:a16="http://schemas.microsoft.com/office/drawing/2014/main" id="{AEDF3FE7-074E-4609-CA4F-A0CF2E5DAE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0626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B36C3-8CC4-2B1E-1F1B-2050A9D8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15BBF216-55EC-D4E4-D0F6-7D5C490B0AD0}"/>
              </a:ext>
            </a:extLst>
          </p:cNvPr>
          <p:cNvSpPr/>
          <p:nvPr/>
        </p:nvSpPr>
        <p:spPr>
          <a:xfrm>
            <a:off x="693373" y="1669290"/>
            <a:ext cx="3478962" cy="32003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B498D5-10D0-00EF-9F94-4B07461B0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HDC</a:t>
            </a:r>
            <a:r>
              <a:rPr lang="de-DE" dirty="0"/>
              <a:t> </a:t>
            </a:r>
            <a:r>
              <a:rPr lang="zh-CN" altLang="en-US" dirty="0"/>
              <a:t>制动调速过程 </a:t>
            </a:r>
            <a:r>
              <a:rPr lang="zh-CN" altLang="en-US" sz="1100" dirty="0"/>
              <a:t>场景</a:t>
            </a:r>
            <a:r>
              <a:rPr lang="en-US" altLang="zh-CN" sz="1100" dirty="0"/>
              <a:t>1</a:t>
            </a:r>
            <a:r>
              <a:rPr lang="zh-CN" altLang="en-US" sz="1100" dirty="0"/>
              <a:t>：整车驾驶员请求制动力</a:t>
            </a:r>
            <a:r>
              <a:rPr lang="en-US" altLang="zh-CN" sz="1100" dirty="0"/>
              <a:t>&gt; HDC</a:t>
            </a:r>
            <a:r>
              <a:rPr lang="zh-CN" altLang="en-US" sz="1100" dirty="0"/>
              <a:t>请求合力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DDD3347-D365-2F2C-92DE-796B23E2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98EC5E3-3FF5-A8C2-6F78-1E2AB3009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2</a:t>
            </a:fld>
            <a:endParaRPr lang="de-DE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3B5D20-EF77-1C07-9E84-C0A2E1D22028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7E86B1A-08C9-9769-5F62-C3FFB6DC4058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408F0FB9-F135-7837-F382-E9941DDDF160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C17294F-36D5-F4F0-0940-BF76C3DEC393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5E089436-70E0-6198-B2FD-F43337CFC037}"/>
              </a:ext>
            </a:extLst>
          </p:cNvPr>
          <p:cNvSpPr/>
          <p:nvPr/>
        </p:nvSpPr>
        <p:spPr>
          <a:xfrm>
            <a:off x="1603446" y="1750479"/>
            <a:ext cx="278440" cy="246924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D3F3FAE1-F1B6-A5BC-446D-0466A2F826E5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FAA8DF83-410D-F3C0-6A4C-63F094C317AB}"/>
              </a:ext>
            </a:extLst>
          </p:cNvPr>
          <p:cNvSpPr/>
          <p:nvPr/>
        </p:nvSpPr>
        <p:spPr>
          <a:xfrm>
            <a:off x="680422" y="1750479"/>
            <a:ext cx="917252" cy="24084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83A3B919-DE03-491F-BD0E-EF1449445622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4FFE2BD8-808E-AB1E-20F9-A337BFDFA381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22E9A396-5EE9-EC7C-5304-28C27B50F593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A25C8B64-4BB3-000C-5FC0-DD4620EF3BCA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3D2B1C63-5658-5414-DA08-E7C2B054284E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2FC31196-629E-04E1-615E-807B804178D3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C6A12160-1CE5-2813-63D2-3B7E648F6548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7A3EAB40-DDBE-28A8-D7A2-8E64ECD76DCA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C1F06901-10F9-D0A6-98B7-8111939367EC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0A4B91DE-D30D-BD90-9E6A-DE5452F64456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4542AC18-51E3-B962-4335-3F16E550A861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7CC62C56-EF90-3019-1679-4B43D1B59A98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250AB406-6B8C-0B1B-E6CF-0C56A8951D13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539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94D61D8C-A7A3-88E1-F242-CFDD34831823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2AD10209-D338-1D91-9F19-87DC8B77D9BF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F1C0C5BC-0D9F-C224-6FF6-7D329187E44A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0774631E-E8B5-035C-C01F-89C6D7BF2B6B}"/>
              </a:ext>
            </a:extLst>
          </p:cNvPr>
          <p:cNvCxnSpPr>
            <a:cxnSpLocks/>
          </p:cNvCxnSpPr>
          <p:nvPr/>
        </p:nvCxnSpPr>
        <p:spPr>
          <a:xfrm flipV="1">
            <a:off x="3133664" y="924176"/>
            <a:ext cx="1080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EB7EFDDB-EE28-01FC-019D-7D9927E288EE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06C9342F-F98F-C7F5-0B74-C1F0E775317B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08048" y="1496250"/>
            <a:ext cx="287112" cy="401265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5EF56593-185F-5A17-0E31-5E99C2496B12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B78D2D73-4F86-F9A3-708E-5EBE16727757}"/>
              </a:ext>
            </a:extLst>
          </p:cNvPr>
          <p:cNvSpPr/>
          <p:nvPr/>
        </p:nvSpPr>
        <p:spPr>
          <a:xfrm>
            <a:off x="1601561" y="1496250"/>
            <a:ext cx="298388" cy="481237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535C1552-CC68-858D-65A9-03D870DDB1F5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3D5F66A1-4DCB-09E7-1996-745D59DF19A2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15A7D398-5CB3-F6EF-B527-0E2B86D29AE6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968B0AC4-C395-CD41-B180-E18B62D035FB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ED11997A-7C59-541D-666D-0A971A088D2B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C1D9F96A-0534-4D2F-A883-1978C6643D9A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1B02FA85-E136-1BBB-A1FB-B3BC26E69CC9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91CED644-CE90-D7FF-922A-E29D56EE212C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59E39122-3C7E-71E1-1FC6-04CA3E139C35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615F1DBA-5768-99AD-BE40-841105DD7820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DAF3AAC1-1ACC-1427-191A-45B3D38141B7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88D1FEC9-56E8-F4A8-B638-64C297037542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DB7B2E0A-ECBB-D0E5-7807-F8A426DBEA41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1D078FCC-6B74-B7B6-D58A-F71B584A1AC5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289CD767-23DF-43ED-1655-9D9D23749A15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40574F2D-F1CD-3099-21CB-9B188A8A7B4C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37F01451-0A6A-DBD3-ECC5-48B7C589133B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BF25A98D-E08E-AAF3-7E1D-2E2AB8FAE1EF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F9A7DFBF-A60B-6A1F-ABA6-25A5104B7A99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AEA32DBE-E5F3-25EA-B264-175D3790CA4B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7F0656FB-FA26-0C16-131B-EBE005806747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B59BD773-4AA9-BD87-6100-3E3395D1BB23}"/>
              </a:ext>
            </a:extLst>
          </p:cNvPr>
          <p:cNvSpPr txBox="1"/>
          <p:nvPr/>
        </p:nvSpPr>
        <p:spPr>
          <a:xfrm>
            <a:off x="5605602" y="641603"/>
            <a:ext cx="3396406" cy="398570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808080"/>
                </a:highlight>
                <a:uLnTx/>
                <a:uFillTx/>
              </a:rPr>
              <a:t>HDC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工作车速区间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8-35kph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左右，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所以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激活时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,</a:t>
            </a:r>
            <a:r>
              <a:rPr lang="en-US" altLang="zh-CN" sz="700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EHBi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/EMB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是会请求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regen torque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的，同时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也会请求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Coasting torque.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为了保证激活握手的平顺性，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激活时（满足踏板制动力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+coasting&lt;HDC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计算的防溜坡制动力），需要由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保证整车不存在突然的减速不足或过度，通过如下两个接口同时保证：</a:t>
            </a: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 （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/xxx)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保证请求值由握手时刻的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请求的电制动扭矩：</a:t>
            </a:r>
            <a:r>
              <a:rPr lang="en-US" altLang="zh-CN" sz="700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PrDrvShftDrRqstdTorqDff_FD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/xxx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作为初始值发送请求给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。</a:t>
            </a: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请求的液压制动扭矩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VehTargtDecelBrkTorq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=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计算的防溜坡制动力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HDCDecelTorqSum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)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-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请求的电制动扭矩（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sum(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/xxx))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lvl="1"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即将退出时（当踏板制动力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+coasting &gt;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计算的防溜坡制动力），会将控制接口的请求恢复到驾驶员自身请求的制动扭矩：</a:t>
            </a: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  <a:highlight>
                <a:srgbClr val="808080"/>
              </a:highlight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 （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/xxx)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会恢复到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请求的电制动扭矩：</a:t>
            </a:r>
            <a:r>
              <a:rPr lang="en-US" altLang="zh-CN" sz="700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PrDrvShftDrRqstdTorqDff_FD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/xxx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请求的液压制动扭矩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VehTargtDecelBrkTorq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=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计算的防溜坡制动力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HDCDecelTorqSum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)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-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请求的电制动扭矩（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sum(</a:t>
            </a:r>
            <a:r>
              <a:rPr lang="en-US" altLang="zh-CN" sz="700" b="1" kern="0" dirty="0" err="1">
                <a:solidFill>
                  <a:srgbClr val="000000"/>
                </a:solidFill>
                <a:highlight>
                  <a:srgbClr val="808080"/>
                </a:highlight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  <a:highlight>
                  <a:srgbClr val="808080"/>
                </a:highlight>
              </a:rPr>
              <a:t>/xxx))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808080"/>
                </a:highlight>
              </a:rPr>
              <a:t> 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</a:rPr>
              <a:t>端： 保证整个激活过程中，电制动</a:t>
            </a:r>
            <a:r>
              <a:rPr lang="en-US" altLang="zh-CN" sz="700" kern="0" dirty="0">
                <a:solidFill>
                  <a:srgbClr val="000000"/>
                </a:solidFill>
              </a:rPr>
              <a:t>+</a:t>
            </a:r>
            <a:r>
              <a:rPr lang="zh-CN" altLang="en-US" sz="700" kern="0" dirty="0">
                <a:solidFill>
                  <a:srgbClr val="000000"/>
                </a:solidFill>
              </a:rPr>
              <a:t>液压制动的合力与坡道力平衡，车辆稳定下坡。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制动端仲裁：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请求的制动扭矩仅为液压制动（制动不可以分配</a:t>
            </a:r>
            <a:r>
              <a:rPr lang="en-US" altLang="zh-CN" sz="700" kern="0" dirty="0">
                <a:solidFill>
                  <a:srgbClr val="000000"/>
                </a:solidFill>
              </a:rPr>
              <a:t>regen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AEB/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驾驶员紧急制动请求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en-US" altLang="zh-CN" sz="700" kern="0" dirty="0">
                <a:solidFill>
                  <a:srgbClr val="000000"/>
                </a:solidFill>
              </a:rPr>
              <a:t>VMC HDC </a:t>
            </a:r>
            <a:r>
              <a:rPr lang="zh-CN" altLang="en-US" sz="700" kern="0" dirty="0">
                <a:solidFill>
                  <a:srgbClr val="000000"/>
                </a:solidFill>
              </a:rPr>
              <a:t>制动请求</a:t>
            </a:r>
            <a:r>
              <a:rPr lang="en-US" altLang="zh-CN" sz="700" kern="0" dirty="0">
                <a:solidFill>
                  <a:srgbClr val="000000"/>
                </a:solidFill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</a:rPr>
              <a:t>驾驶员常规制动踏板请求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1A705F35-502A-834F-09E6-408DE279CC2C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BBDE5885-2CE1-4E54-27FF-D004FB797A5E}"/>
              </a:ext>
            </a:extLst>
          </p:cNvPr>
          <p:cNvCxnSpPr>
            <a:cxnSpLocks/>
          </p:cNvCxnSpPr>
          <p:nvPr/>
        </p:nvCxnSpPr>
        <p:spPr>
          <a:xfrm>
            <a:off x="706439" y="1737630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DDBC43C1-E3CB-306D-4C93-551B1ADEEA17}"/>
              </a:ext>
            </a:extLst>
          </p:cNvPr>
          <p:cNvCxnSpPr>
            <a:cxnSpLocks/>
          </p:cNvCxnSpPr>
          <p:nvPr/>
        </p:nvCxnSpPr>
        <p:spPr>
          <a:xfrm>
            <a:off x="1594112" y="1737630"/>
            <a:ext cx="287774" cy="26315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B89AE036-9DAE-87F2-0CB8-8361B57ABDE4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1E3E5F0D-DB73-5BE3-9854-69D1DD66EEE9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A7B8D781-4991-1805-403F-AF20D4678A50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19EB04F3-062E-EAF9-5AB0-9ECE8AA149E5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E2CF03E6-2871-4AA6-0608-2721610CB1A8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3F056BE4-4304-1E36-01F0-F28A1EA91A5B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63293F0F-F231-1654-A371-23963D6BAF36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9" name="Gerader Verbinder 26">
            <a:extLst>
              <a:ext uri="{FF2B5EF4-FFF2-40B4-BE49-F238E27FC236}">
                <a16:creationId xmlns:a16="http://schemas.microsoft.com/office/drawing/2014/main" id="{3AE0FD9E-3DC8-5F55-4D1C-6BFB31C2D9A4}"/>
              </a:ext>
            </a:extLst>
          </p:cNvPr>
          <p:cNvCxnSpPr>
            <a:cxnSpLocks/>
          </p:cNvCxnSpPr>
          <p:nvPr/>
        </p:nvCxnSpPr>
        <p:spPr>
          <a:xfrm>
            <a:off x="1897872" y="2534887"/>
            <a:ext cx="1068048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A068E2C3-0B2D-858E-6ACE-2077D4E88365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6E40EFE9-FC4D-24DE-A54E-A2CBDA24D2FB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2AA55B39-405A-15A2-7466-A7B0FDDCAFEA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0DDDA8B1-962A-E927-BFC5-3034E97F3286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C108F343-AF95-7FE8-7E9A-0161DC472D3D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F0136343-5E9D-AFA5-238B-1878F56231A4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2A8A35D2-EC31-0FA5-E61C-F63A0F216A00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34B9939C-EF0F-9D7E-4DCF-804F0FEDDB8C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1106472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766B402C-472A-CAB0-76F6-47053D16F37D}"/>
              </a:ext>
            </a:extLst>
          </p:cNvPr>
          <p:cNvCxnSpPr>
            <a:cxnSpLocks/>
          </p:cNvCxnSpPr>
          <p:nvPr/>
        </p:nvCxnSpPr>
        <p:spPr>
          <a:xfrm flipV="1">
            <a:off x="2988225" y="3041584"/>
            <a:ext cx="285980" cy="257464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EACC79C9-AC49-6307-455A-8E181B343533}"/>
              </a:ext>
            </a:extLst>
          </p:cNvPr>
          <p:cNvCxnSpPr>
            <a:cxnSpLocks/>
          </p:cNvCxnSpPr>
          <p:nvPr/>
        </p:nvCxnSpPr>
        <p:spPr>
          <a:xfrm>
            <a:off x="3285126" y="3036619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2562A93D-B3D0-0493-18E8-9DEC294ADC7E}"/>
              </a:ext>
            </a:extLst>
          </p:cNvPr>
          <p:cNvSpPr/>
          <p:nvPr/>
        </p:nvSpPr>
        <p:spPr>
          <a:xfrm>
            <a:off x="1763036" y="1679895"/>
            <a:ext cx="1368000" cy="325086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5AED949-3831-4D53-658C-09820DF10278}"/>
              </a:ext>
            </a:extLst>
          </p:cNvPr>
          <p:cNvSpPr/>
          <p:nvPr/>
        </p:nvSpPr>
        <p:spPr>
          <a:xfrm>
            <a:off x="1896974" y="2456465"/>
            <a:ext cx="1080898" cy="137006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542F557-D16D-593F-FA93-B3A692693C13}"/>
              </a:ext>
            </a:extLst>
          </p:cNvPr>
          <p:cNvSpPr/>
          <p:nvPr/>
        </p:nvSpPr>
        <p:spPr>
          <a:xfrm>
            <a:off x="1898945" y="3246798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7" name="加号 96">
            <a:extLst>
              <a:ext uri="{FF2B5EF4-FFF2-40B4-BE49-F238E27FC236}">
                <a16:creationId xmlns:a16="http://schemas.microsoft.com/office/drawing/2014/main" id="{1C444E01-EC1F-3366-FC43-B20365C58B34}"/>
              </a:ext>
            </a:extLst>
          </p:cNvPr>
          <p:cNvSpPr/>
          <p:nvPr/>
        </p:nvSpPr>
        <p:spPr>
          <a:xfrm>
            <a:off x="4750085" y="3643507"/>
            <a:ext cx="266323" cy="258167"/>
          </a:xfrm>
          <a:prstGeom prst="mathPlus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A863C5BE-634D-9060-77C0-135CDB858633}"/>
              </a:ext>
            </a:extLst>
          </p:cNvPr>
          <p:cNvSpPr/>
          <p:nvPr/>
        </p:nvSpPr>
        <p:spPr>
          <a:xfrm>
            <a:off x="4205355" y="4447849"/>
            <a:ext cx="1366548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0" name="等号 99">
            <a:extLst>
              <a:ext uri="{FF2B5EF4-FFF2-40B4-BE49-F238E27FC236}">
                <a16:creationId xmlns:a16="http://schemas.microsoft.com/office/drawing/2014/main" id="{C3D43973-5A1A-E4A9-0C57-88CF241EF54D}"/>
              </a:ext>
            </a:extLst>
          </p:cNvPr>
          <p:cNvSpPr/>
          <p:nvPr/>
        </p:nvSpPr>
        <p:spPr>
          <a:xfrm>
            <a:off x="4775613" y="4226173"/>
            <a:ext cx="233665" cy="136512"/>
          </a:xfrm>
          <a:prstGeom prst="mathEqual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2B674BFF-3020-94DD-E4EE-64F2192D5CB0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3A389607-EE34-3D7B-C2F3-1E74CC694EC1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C3878CCC-518F-2D3E-7F7C-E0F13535623F}"/>
              </a:ext>
            </a:extLst>
          </p:cNvPr>
          <p:cNvSpPr/>
          <p:nvPr/>
        </p:nvSpPr>
        <p:spPr>
          <a:xfrm>
            <a:off x="2984863" y="3193868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FEF45410-E044-7542-EB78-82AAAD011BEF}"/>
              </a:ext>
            </a:extLst>
          </p:cNvPr>
          <p:cNvSpPr/>
          <p:nvPr/>
        </p:nvSpPr>
        <p:spPr>
          <a:xfrm>
            <a:off x="2984863" y="2462349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D557A42-A010-B1A6-5B4E-D8FF946F4A31}"/>
              </a:ext>
            </a:extLst>
          </p:cNvPr>
          <p:cNvGrpSpPr/>
          <p:nvPr/>
        </p:nvGrpSpPr>
        <p:grpSpPr>
          <a:xfrm>
            <a:off x="4213366" y="3404661"/>
            <a:ext cx="1358537" cy="137006"/>
            <a:chOff x="6539970" y="3164081"/>
            <a:chExt cx="1358537" cy="137006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249D2D3B-0DAD-2497-1A2E-42269650F898}"/>
                </a:ext>
              </a:extLst>
            </p:cNvPr>
            <p:cNvSpPr/>
            <p:nvPr/>
          </p:nvSpPr>
          <p:spPr>
            <a:xfrm>
              <a:off x="6679990" y="3164081"/>
              <a:ext cx="1080898" cy="137006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4CF19A04-6E5C-0A60-8A85-6D067EAB05F5}"/>
                </a:ext>
              </a:extLst>
            </p:cNvPr>
            <p:cNvSpPr/>
            <p:nvPr/>
          </p:nvSpPr>
          <p:spPr>
            <a:xfrm>
              <a:off x="6539970" y="3169965"/>
              <a:ext cx="137160" cy="130629"/>
            </a:xfrm>
            <a:custGeom>
              <a:avLst/>
              <a:gdLst>
                <a:gd name="csX0" fmla="*/ 0 w 137160"/>
                <a:gd name="csY0" fmla="*/ 124097 h 130629"/>
                <a:gd name="csX1" fmla="*/ 137160 w 137160"/>
                <a:gd name="csY1" fmla="*/ 130629 h 130629"/>
                <a:gd name="csX2" fmla="*/ 137160 w 137160"/>
                <a:gd name="csY2" fmla="*/ 0 h 130629"/>
                <a:gd name="csX3" fmla="*/ 0 w 137160"/>
                <a:gd name="csY3" fmla="*/ 32657 h 130629"/>
                <a:gd name="csX4" fmla="*/ 0 w 137160"/>
                <a:gd name="csY4" fmla="*/ 124097 h 130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60" h="130629">
                  <a:moveTo>
                    <a:pt x="0" y="124097"/>
                  </a:moveTo>
                  <a:lnTo>
                    <a:pt x="137160" y="130629"/>
                  </a:lnTo>
                  <a:lnTo>
                    <a:pt x="137160" y="0"/>
                  </a:lnTo>
                  <a:lnTo>
                    <a:pt x="0" y="32657"/>
                  </a:lnTo>
                  <a:lnTo>
                    <a:pt x="0" y="124097"/>
                  </a:lnTo>
                  <a:close/>
                </a:path>
              </a:pathLst>
            </a:custGeom>
            <a:solidFill>
              <a:srgbClr val="FFD8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2F983FB0-1C1A-413C-2FE9-3E0E9845411B}"/>
                </a:ext>
              </a:extLst>
            </p:cNvPr>
            <p:cNvSpPr/>
            <p:nvPr/>
          </p:nvSpPr>
          <p:spPr>
            <a:xfrm>
              <a:off x="7767879" y="3169965"/>
              <a:ext cx="130628" cy="130628"/>
            </a:xfrm>
            <a:custGeom>
              <a:avLst/>
              <a:gdLst>
                <a:gd name="csX0" fmla="*/ 0 w 130628"/>
                <a:gd name="csY0" fmla="*/ 0 h 130628"/>
                <a:gd name="csX1" fmla="*/ 0 w 130628"/>
                <a:gd name="csY1" fmla="*/ 130628 h 130628"/>
                <a:gd name="csX2" fmla="*/ 130628 w 130628"/>
                <a:gd name="csY2" fmla="*/ 130628 h 130628"/>
                <a:gd name="csX3" fmla="*/ 130628 w 130628"/>
                <a:gd name="csY3" fmla="*/ 58782 h 130628"/>
                <a:gd name="csX4" fmla="*/ 0 w 130628"/>
                <a:gd name="csY4" fmla="*/ 0 h 130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628" h="130628">
                  <a:moveTo>
                    <a:pt x="0" y="0"/>
                  </a:moveTo>
                  <a:lnTo>
                    <a:pt x="0" y="130628"/>
                  </a:lnTo>
                  <a:lnTo>
                    <a:pt x="130628" y="130628"/>
                  </a:lnTo>
                  <a:lnTo>
                    <a:pt x="130628" y="58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FF">
                <a:alpha val="69804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B3822219-AF1E-AAD6-7441-0D65B8EEFB0A}"/>
              </a:ext>
            </a:extLst>
          </p:cNvPr>
          <p:cNvSpPr/>
          <p:nvPr/>
        </p:nvSpPr>
        <p:spPr>
          <a:xfrm>
            <a:off x="4350526" y="3980689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B2AC6E25-4E71-B960-AB9E-718BAAF7D065}"/>
              </a:ext>
            </a:extLst>
          </p:cNvPr>
          <p:cNvSpPr/>
          <p:nvPr/>
        </p:nvSpPr>
        <p:spPr>
          <a:xfrm>
            <a:off x="4215066" y="391469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3AA81EE2-1E57-D476-4849-A55C2392E34E}"/>
              </a:ext>
            </a:extLst>
          </p:cNvPr>
          <p:cNvSpPr/>
          <p:nvPr/>
        </p:nvSpPr>
        <p:spPr>
          <a:xfrm>
            <a:off x="5436444" y="3921228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1074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756A5-64F7-1D88-A715-13C2C4A7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D2B197B-479F-6E2A-2A69-8C579B6FE232}"/>
              </a:ext>
            </a:extLst>
          </p:cNvPr>
          <p:cNvSpPr/>
          <p:nvPr/>
        </p:nvSpPr>
        <p:spPr>
          <a:xfrm>
            <a:off x="1902521" y="2476224"/>
            <a:ext cx="1080898" cy="137006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51EFB1-90B1-B232-1B15-731171220CB4}"/>
              </a:ext>
            </a:extLst>
          </p:cNvPr>
          <p:cNvSpPr/>
          <p:nvPr/>
        </p:nvSpPr>
        <p:spPr>
          <a:xfrm>
            <a:off x="693373" y="1669290"/>
            <a:ext cx="3478962" cy="32003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697129-D3D6-228F-FA39-EBC86545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HDC</a:t>
            </a:r>
            <a:r>
              <a:rPr lang="de-DE" dirty="0"/>
              <a:t> </a:t>
            </a:r>
            <a:r>
              <a:rPr lang="zh-CN" altLang="en-US" dirty="0"/>
              <a:t>制动调速过程 </a:t>
            </a:r>
            <a:r>
              <a:rPr lang="zh-CN" altLang="en-US" sz="1100" dirty="0"/>
              <a:t>场景</a:t>
            </a:r>
            <a:r>
              <a:rPr lang="en-US" altLang="zh-CN" sz="1100" dirty="0"/>
              <a:t>2</a:t>
            </a:r>
            <a:r>
              <a:rPr lang="zh-CN" altLang="en-US" sz="1100" dirty="0"/>
              <a:t>：整车驾驶员请求制动力</a:t>
            </a:r>
            <a:r>
              <a:rPr lang="en-US" altLang="zh-CN" sz="1100" dirty="0"/>
              <a:t>&lt; HDC</a:t>
            </a:r>
            <a:r>
              <a:rPr lang="zh-CN" altLang="en-US" sz="1100" dirty="0"/>
              <a:t>请求合力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BA0102A-A2D2-02A1-E327-275D4941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AB77230-CC4C-6FAD-F679-5148DC59E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3</a:t>
            </a:fld>
            <a:endParaRPr lang="de-DE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DF6F227-C831-5651-63C9-24326014BF85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7FFA0BA-F800-97D2-4B6A-F20F3F29AAFB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662DD046-0DE9-FE23-2813-C3FB0E874622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C8212F19-6C31-6450-3946-14B7B9A9B3C9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48105A6-5AF0-60BA-9FFF-5BD1BED612F8}"/>
              </a:ext>
            </a:extLst>
          </p:cNvPr>
          <p:cNvSpPr/>
          <p:nvPr/>
        </p:nvSpPr>
        <p:spPr>
          <a:xfrm>
            <a:off x="1603446" y="1750479"/>
            <a:ext cx="278440" cy="246924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1F80E218-8D48-DD5D-0D80-FD9BE304B6CF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2716DACC-7219-C2BB-90E5-69735803D93E}"/>
              </a:ext>
            </a:extLst>
          </p:cNvPr>
          <p:cNvSpPr/>
          <p:nvPr/>
        </p:nvSpPr>
        <p:spPr>
          <a:xfrm>
            <a:off x="680422" y="1750479"/>
            <a:ext cx="917252" cy="24084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75B34516-70A4-5C0B-D004-F52776179A5E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C188473C-1917-477F-949D-F22E48BBF815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A1045105-FBB2-7BB7-CAF5-348A8368407A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DBB39ABE-C2C1-221D-59BF-CCACFA517DB0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F0A981E9-2F83-BF11-767B-BD70DBE1C2AC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EC6823F1-0A88-ABBF-B6C7-14A55C29ADC0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91B1231E-67E6-DB56-0364-2AD6EA085A14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1DBD118C-FDCA-A62A-B6DD-1C6BD93C82A6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0E95E554-1241-C0F2-10C8-04D1460C75EA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40DC2D10-AD8C-DC45-C7A6-FF9ED591FD2A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411D4C95-264D-3617-EABC-9D238DA38535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D2BA874A-CAE3-98D4-5608-115A3AFA8D4A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DB106693-5F11-9A47-07A1-87A6CF1D91D5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539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3CA43C86-23EB-7663-20B6-8A97356B999C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183C6A42-0DA3-8104-BF7C-FFF882443AFE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1CF9E041-7569-D480-3CD1-6CC2E80A74CF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242143CC-CF1E-A81D-FB19-3649368BED68}"/>
              </a:ext>
            </a:extLst>
          </p:cNvPr>
          <p:cNvCxnSpPr>
            <a:cxnSpLocks/>
          </p:cNvCxnSpPr>
          <p:nvPr/>
        </p:nvCxnSpPr>
        <p:spPr>
          <a:xfrm flipV="1">
            <a:off x="3133664" y="924176"/>
            <a:ext cx="1080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CFFDB243-30B5-0EA4-4924-AF45A7D9AF17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C891A274-85C4-EB52-4DFD-9CE2A45F0203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08048" y="1496250"/>
            <a:ext cx="287112" cy="401265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54CFA464-BF06-E6DF-E8EF-04CCC86793B6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E8F5DE9F-9DC8-32B1-54A1-CE3AEF31AD62}"/>
              </a:ext>
            </a:extLst>
          </p:cNvPr>
          <p:cNvSpPr/>
          <p:nvPr/>
        </p:nvSpPr>
        <p:spPr>
          <a:xfrm>
            <a:off x="1601561" y="1496250"/>
            <a:ext cx="298388" cy="481237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CD1CB74C-E483-2016-966C-8DA9A83CE533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53A50F4A-5634-6F42-894B-6FC12F37FCC0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CB4937A9-AE7E-36E2-D109-E36D30D6DD52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CDFFEEF2-3CA8-A231-0951-309B6B7CECCA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3B277DAC-56A0-F55E-F65E-48C119698322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973C819A-603E-D51D-68CD-8E05036E7B94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9AEC5D9D-8788-1242-8611-A0EB352AA5BA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D64B681A-E4E3-4911-0FBE-DFA894037CC1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36C35DF5-E8AE-D88C-5563-31DDFB9C98DF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AF86180B-547B-0031-A8DA-E57B4D15C970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918C9F54-AD1E-1873-F0FC-8C0D3B3FCE4A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8757EBAB-134D-57FB-F925-39C13DD93C5F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5D1BDC33-FBE1-0B4D-5D01-81D13792FA95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39D5BFF0-DC78-2D67-6B41-63ABC2A34E0E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8DBB4ABD-5112-FDEF-D1E0-A24C5504D0E5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6542CECA-5775-BEE4-6AD5-EA5983DF6657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E92BDC1F-451B-E74C-7702-83F84274EC8C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2A1E512F-31DE-97F1-1117-953109264BE2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D53419DD-1E1D-B442-EA97-4A0D685C7DAA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8EF7BE47-882B-887B-A607-5DA930CD1AA4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EAAEF625-C55C-1242-3792-E35133EB3D92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805AA572-CE57-4C51-705C-98AFDB38691A}"/>
              </a:ext>
            </a:extLst>
          </p:cNvPr>
          <p:cNvSpPr txBox="1"/>
          <p:nvPr/>
        </p:nvSpPr>
        <p:spPr>
          <a:xfrm>
            <a:off x="5605602" y="641603"/>
            <a:ext cx="3396406" cy="16158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如果在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激活过程中，驾驶员踩了制动踏板，但是整车驾驶员请求制动力（</a:t>
            </a:r>
            <a:r>
              <a:rPr lang="en-US" altLang="zh-CN" sz="700" kern="0" dirty="0">
                <a:solidFill>
                  <a:srgbClr val="000000"/>
                </a:solidFill>
              </a:rPr>
              <a:t>coasting+</a:t>
            </a:r>
            <a:r>
              <a:rPr lang="zh-CN" altLang="en-US" sz="700" kern="0" dirty="0">
                <a:solidFill>
                  <a:srgbClr val="000000"/>
                </a:solidFill>
              </a:rPr>
              <a:t>制动踏板（液压</a:t>
            </a:r>
            <a:r>
              <a:rPr lang="en-US" altLang="zh-CN" sz="700" kern="0" dirty="0">
                <a:solidFill>
                  <a:srgbClr val="000000"/>
                </a:solidFill>
              </a:rPr>
              <a:t>+regen</a:t>
            </a:r>
            <a:r>
              <a:rPr lang="zh-CN" altLang="en-US" sz="700" kern="0" dirty="0">
                <a:solidFill>
                  <a:srgbClr val="000000"/>
                </a:solidFill>
              </a:rPr>
              <a:t>））依然小于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请求的合力，此时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不会退出，如下仲裁逻辑依然满足：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</a:rPr>
              <a:t>端： 保证整个激活过程中，电制动</a:t>
            </a:r>
            <a:r>
              <a:rPr lang="en-US" altLang="zh-CN" sz="700" kern="0" dirty="0">
                <a:solidFill>
                  <a:srgbClr val="000000"/>
                </a:solidFill>
              </a:rPr>
              <a:t>+</a:t>
            </a:r>
            <a:r>
              <a:rPr lang="zh-CN" altLang="en-US" sz="700" kern="0" dirty="0">
                <a:solidFill>
                  <a:srgbClr val="000000"/>
                </a:solidFill>
              </a:rPr>
              <a:t>液压制动的合力与坡道力平衡，车辆稳定下坡。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制动端仲裁：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请求的制动扭矩仅为液压制动（制动不可以分配</a:t>
            </a:r>
            <a:r>
              <a:rPr lang="en-US" altLang="zh-CN" sz="700" kern="0" dirty="0">
                <a:solidFill>
                  <a:srgbClr val="000000"/>
                </a:solidFill>
              </a:rPr>
              <a:t>regen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AEB/</a:t>
            </a:r>
            <a:r>
              <a:rPr lang="zh-CN" altLang="en-US" sz="700" kern="0" dirty="0">
                <a:solidFill>
                  <a:srgbClr val="000000"/>
                </a:solidFill>
              </a:rPr>
              <a:t>驾驶员紧急制动请求</a:t>
            </a:r>
            <a:r>
              <a:rPr lang="en-US" altLang="zh-CN" sz="700" kern="0" dirty="0">
                <a:solidFill>
                  <a:srgbClr val="000000"/>
                </a:solidFill>
              </a:rPr>
              <a:t>&gt;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VMC HDC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制动请求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驾驶员常规制动踏板</a:t>
            </a:r>
            <a:r>
              <a:rPr lang="zh-CN" altLang="en-US" sz="700" kern="0" dirty="0">
                <a:solidFill>
                  <a:srgbClr val="000000"/>
                </a:solidFill>
              </a:rPr>
              <a:t>请求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</a:rPr>
              <a:t>（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这里可以明显看出，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的制动请求优先级需要高于制动本身液压的请求，不可以使用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max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仲裁逻辑，因为此时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请求的液压制动可能分配的很少，大部分减速由电制动实现。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45D3298D-7492-F485-1192-84DA3FFC28BA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15A475DA-7E85-55CA-7ECA-42D49ECE771D}"/>
              </a:ext>
            </a:extLst>
          </p:cNvPr>
          <p:cNvCxnSpPr>
            <a:cxnSpLocks/>
          </p:cNvCxnSpPr>
          <p:nvPr/>
        </p:nvCxnSpPr>
        <p:spPr>
          <a:xfrm>
            <a:off x="706439" y="1737630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99B6DD25-A192-37E5-2AC0-FD20969DD45C}"/>
              </a:ext>
            </a:extLst>
          </p:cNvPr>
          <p:cNvCxnSpPr>
            <a:cxnSpLocks/>
          </p:cNvCxnSpPr>
          <p:nvPr/>
        </p:nvCxnSpPr>
        <p:spPr>
          <a:xfrm>
            <a:off x="1594112" y="1737630"/>
            <a:ext cx="287774" cy="26315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EC221967-D35E-7C5C-5001-C35A2E549E07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167B38DC-E6C9-5A7B-FBF8-2FDB3367408E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A52B4D0F-6D8A-8554-ECE5-BDC27986B24F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71816FD8-DED9-89EB-F0F9-2A0FD99BC4F4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3AE81633-5BEC-7294-14FC-B1F2F610BB0A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E69E1483-273B-3304-B3E0-39B433ABAB38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BC611F3F-5BE7-FD3B-7A74-72FA3CC582D0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9" name="Gerader Verbinder 26">
            <a:extLst>
              <a:ext uri="{FF2B5EF4-FFF2-40B4-BE49-F238E27FC236}">
                <a16:creationId xmlns:a16="http://schemas.microsoft.com/office/drawing/2014/main" id="{EE122A80-F502-A55E-C1BB-C27A4E41365F}"/>
              </a:ext>
            </a:extLst>
          </p:cNvPr>
          <p:cNvCxnSpPr>
            <a:cxnSpLocks/>
          </p:cNvCxnSpPr>
          <p:nvPr/>
        </p:nvCxnSpPr>
        <p:spPr>
          <a:xfrm>
            <a:off x="1897872" y="2534887"/>
            <a:ext cx="300966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ECE44E35-0DA1-8CF0-685C-B38D9762514A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388F7DFA-D226-3825-4D89-2485DFB94C5E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9AA844CF-3FD0-5EA6-5EDB-7795C23068CD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624AB36D-6DC6-B128-0E27-E0EA7778DF4C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A0874DAC-AB08-4147-D34F-7F0A461FE91A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E7793CEB-9F81-4A14-DEB1-4AEFC522CF1D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41E8E4AC-3671-CF56-0851-1A94899A72B5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B48EF598-35D7-DEB6-38C9-9D97D19B4641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326286" cy="3338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B0B95E45-13F7-DAB2-B014-7D3E977D9545}"/>
              </a:ext>
            </a:extLst>
          </p:cNvPr>
          <p:cNvCxnSpPr>
            <a:cxnSpLocks/>
          </p:cNvCxnSpPr>
          <p:nvPr/>
        </p:nvCxnSpPr>
        <p:spPr>
          <a:xfrm flipV="1">
            <a:off x="2988225" y="3041584"/>
            <a:ext cx="285980" cy="257464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1C4B6083-1848-9DD8-79C0-6753555F597D}"/>
              </a:ext>
            </a:extLst>
          </p:cNvPr>
          <p:cNvCxnSpPr>
            <a:cxnSpLocks/>
          </p:cNvCxnSpPr>
          <p:nvPr/>
        </p:nvCxnSpPr>
        <p:spPr>
          <a:xfrm>
            <a:off x="3285126" y="3036619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2BAF83CE-DDCF-D4F1-B4BB-28478A41226D}"/>
              </a:ext>
            </a:extLst>
          </p:cNvPr>
          <p:cNvSpPr/>
          <p:nvPr/>
        </p:nvSpPr>
        <p:spPr>
          <a:xfrm>
            <a:off x="1763036" y="1663755"/>
            <a:ext cx="1368000" cy="341226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A2EF8547-E213-DB8C-C608-09955ABBA949}"/>
              </a:ext>
            </a:extLst>
          </p:cNvPr>
          <p:cNvSpPr/>
          <p:nvPr/>
        </p:nvSpPr>
        <p:spPr>
          <a:xfrm>
            <a:off x="1898126" y="3250981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7" name="加号 96">
            <a:extLst>
              <a:ext uri="{FF2B5EF4-FFF2-40B4-BE49-F238E27FC236}">
                <a16:creationId xmlns:a16="http://schemas.microsoft.com/office/drawing/2014/main" id="{19A75560-3660-B800-2013-8F22F0AC6E3F}"/>
              </a:ext>
            </a:extLst>
          </p:cNvPr>
          <p:cNvSpPr/>
          <p:nvPr/>
        </p:nvSpPr>
        <p:spPr>
          <a:xfrm>
            <a:off x="4750085" y="3643507"/>
            <a:ext cx="266323" cy="258167"/>
          </a:xfrm>
          <a:prstGeom prst="mathPlus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735A668D-5FD3-B041-B6E2-BFAF8CB61E16}"/>
              </a:ext>
            </a:extLst>
          </p:cNvPr>
          <p:cNvSpPr/>
          <p:nvPr/>
        </p:nvSpPr>
        <p:spPr>
          <a:xfrm>
            <a:off x="4205355" y="4447849"/>
            <a:ext cx="1366548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0" name="等号 99">
            <a:extLst>
              <a:ext uri="{FF2B5EF4-FFF2-40B4-BE49-F238E27FC236}">
                <a16:creationId xmlns:a16="http://schemas.microsoft.com/office/drawing/2014/main" id="{661008B8-7F4D-921A-99C4-8B429F7B821C}"/>
              </a:ext>
            </a:extLst>
          </p:cNvPr>
          <p:cNvSpPr/>
          <p:nvPr/>
        </p:nvSpPr>
        <p:spPr>
          <a:xfrm>
            <a:off x="4775613" y="4226173"/>
            <a:ext cx="233665" cy="136512"/>
          </a:xfrm>
          <a:prstGeom prst="mathEqual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33BE84AB-DBAE-D06E-7C47-51E314AA9D08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E34624A6-D958-FC17-7F91-8666B9564DDD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EE9EC45D-2CA3-EEE8-65E0-038DFA9E0FA6}"/>
              </a:ext>
            </a:extLst>
          </p:cNvPr>
          <p:cNvSpPr/>
          <p:nvPr/>
        </p:nvSpPr>
        <p:spPr>
          <a:xfrm>
            <a:off x="2984863" y="3187337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11232D0A-74A5-F0A9-B0C4-24AA5FBF5AD1}"/>
              </a:ext>
            </a:extLst>
          </p:cNvPr>
          <p:cNvSpPr/>
          <p:nvPr/>
        </p:nvSpPr>
        <p:spPr>
          <a:xfrm>
            <a:off x="2984863" y="2475411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8C823F8-6A56-EA3C-161E-F27C3BB89334}"/>
              </a:ext>
            </a:extLst>
          </p:cNvPr>
          <p:cNvGrpSpPr/>
          <p:nvPr/>
        </p:nvGrpSpPr>
        <p:grpSpPr>
          <a:xfrm>
            <a:off x="4213366" y="3404661"/>
            <a:ext cx="1358537" cy="137006"/>
            <a:chOff x="6539970" y="3164081"/>
            <a:chExt cx="1358537" cy="137006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0EE66B22-9B17-B49D-02CD-5C1500B36414}"/>
                </a:ext>
              </a:extLst>
            </p:cNvPr>
            <p:cNvSpPr/>
            <p:nvPr/>
          </p:nvSpPr>
          <p:spPr>
            <a:xfrm>
              <a:off x="6679990" y="3164081"/>
              <a:ext cx="1080898" cy="137006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9C37667C-A07D-3741-1D88-4087C62F1DFD}"/>
                </a:ext>
              </a:extLst>
            </p:cNvPr>
            <p:cNvSpPr/>
            <p:nvPr/>
          </p:nvSpPr>
          <p:spPr>
            <a:xfrm>
              <a:off x="6539970" y="3169965"/>
              <a:ext cx="137160" cy="130629"/>
            </a:xfrm>
            <a:custGeom>
              <a:avLst/>
              <a:gdLst>
                <a:gd name="csX0" fmla="*/ 0 w 137160"/>
                <a:gd name="csY0" fmla="*/ 124097 h 130629"/>
                <a:gd name="csX1" fmla="*/ 137160 w 137160"/>
                <a:gd name="csY1" fmla="*/ 130629 h 130629"/>
                <a:gd name="csX2" fmla="*/ 137160 w 137160"/>
                <a:gd name="csY2" fmla="*/ 0 h 130629"/>
                <a:gd name="csX3" fmla="*/ 0 w 137160"/>
                <a:gd name="csY3" fmla="*/ 32657 h 130629"/>
                <a:gd name="csX4" fmla="*/ 0 w 137160"/>
                <a:gd name="csY4" fmla="*/ 124097 h 130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60" h="130629">
                  <a:moveTo>
                    <a:pt x="0" y="124097"/>
                  </a:moveTo>
                  <a:lnTo>
                    <a:pt x="137160" y="130629"/>
                  </a:lnTo>
                  <a:lnTo>
                    <a:pt x="137160" y="0"/>
                  </a:lnTo>
                  <a:lnTo>
                    <a:pt x="0" y="32657"/>
                  </a:lnTo>
                  <a:lnTo>
                    <a:pt x="0" y="124097"/>
                  </a:lnTo>
                  <a:close/>
                </a:path>
              </a:pathLst>
            </a:custGeom>
            <a:solidFill>
              <a:srgbClr val="FFD8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0C4A71FB-6D03-1F8C-A66A-B009C0AFEFDE}"/>
                </a:ext>
              </a:extLst>
            </p:cNvPr>
            <p:cNvSpPr/>
            <p:nvPr/>
          </p:nvSpPr>
          <p:spPr>
            <a:xfrm>
              <a:off x="7767879" y="3169965"/>
              <a:ext cx="130628" cy="130628"/>
            </a:xfrm>
            <a:custGeom>
              <a:avLst/>
              <a:gdLst>
                <a:gd name="csX0" fmla="*/ 0 w 130628"/>
                <a:gd name="csY0" fmla="*/ 0 h 130628"/>
                <a:gd name="csX1" fmla="*/ 0 w 130628"/>
                <a:gd name="csY1" fmla="*/ 130628 h 130628"/>
                <a:gd name="csX2" fmla="*/ 130628 w 130628"/>
                <a:gd name="csY2" fmla="*/ 130628 h 130628"/>
                <a:gd name="csX3" fmla="*/ 130628 w 130628"/>
                <a:gd name="csY3" fmla="*/ 58782 h 130628"/>
                <a:gd name="csX4" fmla="*/ 0 w 130628"/>
                <a:gd name="csY4" fmla="*/ 0 h 130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628" h="130628">
                  <a:moveTo>
                    <a:pt x="0" y="0"/>
                  </a:moveTo>
                  <a:lnTo>
                    <a:pt x="0" y="130628"/>
                  </a:lnTo>
                  <a:lnTo>
                    <a:pt x="130628" y="130628"/>
                  </a:lnTo>
                  <a:lnTo>
                    <a:pt x="130628" y="58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FF">
                <a:alpha val="69804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912FC26F-4904-8D79-46B4-D65CD634D877}"/>
              </a:ext>
            </a:extLst>
          </p:cNvPr>
          <p:cNvSpPr/>
          <p:nvPr/>
        </p:nvSpPr>
        <p:spPr>
          <a:xfrm>
            <a:off x="4350526" y="3980689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724CCEAA-CE61-5C32-C714-5450BD197604}"/>
              </a:ext>
            </a:extLst>
          </p:cNvPr>
          <p:cNvSpPr/>
          <p:nvPr/>
        </p:nvSpPr>
        <p:spPr>
          <a:xfrm>
            <a:off x="4215066" y="391469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3308BD3D-03C0-2782-4022-021AFAEADC35}"/>
              </a:ext>
            </a:extLst>
          </p:cNvPr>
          <p:cNvSpPr/>
          <p:nvPr/>
        </p:nvSpPr>
        <p:spPr>
          <a:xfrm>
            <a:off x="5436444" y="3921228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" name="Gerader Verbinder 27">
            <a:extLst>
              <a:ext uri="{FF2B5EF4-FFF2-40B4-BE49-F238E27FC236}">
                <a16:creationId xmlns:a16="http://schemas.microsoft.com/office/drawing/2014/main" id="{2B0E95E7-4D56-F07B-B38F-70E8B4554649}"/>
              </a:ext>
            </a:extLst>
          </p:cNvPr>
          <p:cNvCxnSpPr>
            <a:cxnSpLocks/>
          </p:cNvCxnSpPr>
          <p:nvPr/>
        </p:nvCxnSpPr>
        <p:spPr>
          <a:xfrm flipV="1">
            <a:off x="2190198" y="1846134"/>
            <a:ext cx="241698" cy="16176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0" name="Gerader Verbinder 27">
            <a:extLst>
              <a:ext uri="{FF2B5EF4-FFF2-40B4-BE49-F238E27FC236}">
                <a16:creationId xmlns:a16="http://schemas.microsoft.com/office/drawing/2014/main" id="{759BB37C-3524-F269-E8CE-B4C3D254CFE8}"/>
              </a:ext>
            </a:extLst>
          </p:cNvPr>
          <p:cNvCxnSpPr>
            <a:cxnSpLocks/>
          </p:cNvCxnSpPr>
          <p:nvPr/>
        </p:nvCxnSpPr>
        <p:spPr>
          <a:xfrm flipH="1" flipV="1">
            <a:off x="2431896" y="1859984"/>
            <a:ext cx="254941" cy="157290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5" name="Gerader Verbinder 27">
            <a:extLst>
              <a:ext uri="{FF2B5EF4-FFF2-40B4-BE49-F238E27FC236}">
                <a16:creationId xmlns:a16="http://schemas.microsoft.com/office/drawing/2014/main" id="{CAECBA35-6B85-DDC8-A128-D84D96E3A648}"/>
              </a:ext>
            </a:extLst>
          </p:cNvPr>
          <p:cNvCxnSpPr>
            <a:cxnSpLocks/>
          </p:cNvCxnSpPr>
          <p:nvPr/>
        </p:nvCxnSpPr>
        <p:spPr>
          <a:xfrm flipV="1">
            <a:off x="2179245" y="1791919"/>
            <a:ext cx="234850" cy="224579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0" name="Gerader Verbinder 27">
            <a:extLst>
              <a:ext uri="{FF2B5EF4-FFF2-40B4-BE49-F238E27FC236}">
                <a16:creationId xmlns:a16="http://schemas.microsoft.com/office/drawing/2014/main" id="{E1EDAB73-623E-2407-D22C-BB0113463308}"/>
              </a:ext>
            </a:extLst>
          </p:cNvPr>
          <p:cNvCxnSpPr>
            <a:cxnSpLocks/>
          </p:cNvCxnSpPr>
          <p:nvPr/>
        </p:nvCxnSpPr>
        <p:spPr>
          <a:xfrm>
            <a:off x="2435141" y="1794031"/>
            <a:ext cx="243806" cy="203375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3" name="Gerader Verbinder 27">
            <a:extLst>
              <a:ext uri="{FF2B5EF4-FFF2-40B4-BE49-F238E27FC236}">
                <a16:creationId xmlns:a16="http://schemas.microsoft.com/office/drawing/2014/main" id="{AEF1649B-51A3-CABB-40DD-56C017B3D558}"/>
              </a:ext>
            </a:extLst>
          </p:cNvPr>
          <p:cNvCxnSpPr>
            <a:cxnSpLocks/>
          </p:cNvCxnSpPr>
          <p:nvPr/>
        </p:nvCxnSpPr>
        <p:spPr>
          <a:xfrm flipH="1">
            <a:off x="2198838" y="1689879"/>
            <a:ext cx="216000" cy="21600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7" name="Gerader Verbinder 27">
            <a:extLst>
              <a:ext uri="{FF2B5EF4-FFF2-40B4-BE49-F238E27FC236}">
                <a16:creationId xmlns:a16="http://schemas.microsoft.com/office/drawing/2014/main" id="{1E7E217A-A68C-48D9-0A89-805F0DE1CD87}"/>
              </a:ext>
            </a:extLst>
          </p:cNvPr>
          <p:cNvCxnSpPr>
            <a:cxnSpLocks/>
          </p:cNvCxnSpPr>
          <p:nvPr/>
        </p:nvCxnSpPr>
        <p:spPr>
          <a:xfrm>
            <a:off x="2420415" y="1701112"/>
            <a:ext cx="237580" cy="212198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4" name="Gerader Verbinder 27">
            <a:extLst>
              <a:ext uri="{FF2B5EF4-FFF2-40B4-BE49-F238E27FC236}">
                <a16:creationId xmlns:a16="http://schemas.microsoft.com/office/drawing/2014/main" id="{910F4BFC-C205-7A85-A1AD-0F1B2E2B2EC9}"/>
              </a:ext>
            </a:extLst>
          </p:cNvPr>
          <p:cNvCxnSpPr>
            <a:cxnSpLocks/>
          </p:cNvCxnSpPr>
          <p:nvPr/>
        </p:nvCxnSpPr>
        <p:spPr>
          <a:xfrm flipV="1">
            <a:off x="2211181" y="2551928"/>
            <a:ext cx="181340" cy="4188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59" name="Gerader Verbinder 27">
            <a:extLst>
              <a:ext uri="{FF2B5EF4-FFF2-40B4-BE49-F238E27FC236}">
                <a16:creationId xmlns:a16="http://schemas.microsoft.com/office/drawing/2014/main" id="{60F3C40F-B0E4-C035-3D0F-376890E1C47A}"/>
              </a:ext>
            </a:extLst>
          </p:cNvPr>
          <p:cNvCxnSpPr>
            <a:cxnSpLocks/>
          </p:cNvCxnSpPr>
          <p:nvPr/>
        </p:nvCxnSpPr>
        <p:spPr>
          <a:xfrm>
            <a:off x="2419103" y="2551258"/>
            <a:ext cx="205939" cy="29046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63" name="Gerader Verbinder 26">
            <a:extLst>
              <a:ext uri="{FF2B5EF4-FFF2-40B4-BE49-F238E27FC236}">
                <a16:creationId xmlns:a16="http://schemas.microsoft.com/office/drawing/2014/main" id="{D89BAEE9-F915-C241-70D0-B20132BF0F3B}"/>
              </a:ext>
            </a:extLst>
          </p:cNvPr>
          <p:cNvCxnSpPr>
            <a:cxnSpLocks/>
          </p:cNvCxnSpPr>
          <p:nvPr/>
        </p:nvCxnSpPr>
        <p:spPr>
          <a:xfrm>
            <a:off x="1903482" y="2592125"/>
            <a:ext cx="32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64" name="Gerader Verbinder 26">
            <a:extLst>
              <a:ext uri="{FF2B5EF4-FFF2-40B4-BE49-F238E27FC236}">
                <a16:creationId xmlns:a16="http://schemas.microsoft.com/office/drawing/2014/main" id="{9AC37614-774D-8B2C-70BE-4B2712C154D3}"/>
              </a:ext>
            </a:extLst>
          </p:cNvPr>
          <p:cNvCxnSpPr>
            <a:cxnSpLocks/>
          </p:cNvCxnSpPr>
          <p:nvPr/>
        </p:nvCxnSpPr>
        <p:spPr>
          <a:xfrm>
            <a:off x="2644515" y="2587772"/>
            <a:ext cx="32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66" name="Gerader Verbinder 27">
            <a:extLst>
              <a:ext uri="{FF2B5EF4-FFF2-40B4-BE49-F238E27FC236}">
                <a16:creationId xmlns:a16="http://schemas.microsoft.com/office/drawing/2014/main" id="{F0F21FD6-0E6C-9BAA-F3B0-FCEEA147D610}"/>
              </a:ext>
            </a:extLst>
          </p:cNvPr>
          <p:cNvCxnSpPr>
            <a:cxnSpLocks/>
          </p:cNvCxnSpPr>
          <p:nvPr/>
        </p:nvCxnSpPr>
        <p:spPr>
          <a:xfrm flipH="1">
            <a:off x="2207523" y="2495040"/>
            <a:ext cx="193025" cy="33316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35FD5E83-E287-AA7C-B160-78E2D137272B}"/>
              </a:ext>
            </a:extLst>
          </p:cNvPr>
          <p:cNvCxnSpPr>
            <a:cxnSpLocks/>
          </p:cNvCxnSpPr>
          <p:nvPr/>
        </p:nvCxnSpPr>
        <p:spPr>
          <a:xfrm flipH="1" flipV="1">
            <a:off x="2414095" y="2495040"/>
            <a:ext cx="215488" cy="3984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73" name="Gerader Verbinder 26">
            <a:extLst>
              <a:ext uri="{FF2B5EF4-FFF2-40B4-BE49-F238E27FC236}">
                <a16:creationId xmlns:a16="http://schemas.microsoft.com/office/drawing/2014/main" id="{71FD8E23-5505-1B41-098E-E4463975DC15}"/>
              </a:ext>
            </a:extLst>
          </p:cNvPr>
          <p:cNvCxnSpPr>
            <a:cxnSpLocks/>
          </p:cNvCxnSpPr>
          <p:nvPr/>
        </p:nvCxnSpPr>
        <p:spPr>
          <a:xfrm>
            <a:off x="2657995" y="2541781"/>
            <a:ext cx="300966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75" name="Gerader Verbinder 27">
            <a:extLst>
              <a:ext uri="{FF2B5EF4-FFF2-40B4-BE49-F238E27FC236}">
                <a16:creationId xmlns:a16="http://schemas.microsoft.com/office/drawing/2014/main" id="{D3953CCD-69F0-8461-6B88-89235095E6EE}"/>
              </a:ext>
            </a:extLst>
          </p:cNvPr>
          <p:cNvCxnSpPr>
            <a:cxnSpLocks/>
          </p:cNvCxnSpPr>
          <p:nvPr/>
        </p:nvCxnSpPr>
        <p:spPr>
          <a:xfrm flipH="1" flipV="1">
            <a:off x="2407433" y="3142279"/>
            <a:ext cx="243733" cy="17568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77" name="Gerader Verbinder 27">
            <a:extLst>
              <a:ext uri="{FF2B5EF4-FFF2-40B4-BE49-F238E27FC236}">
                <a16:creationId xmlns:a16="http://schemas.microsoft.com/office/drawing/2014/main" id="{7EB8A79E-BEDC-8722-93BF-366A5E733479}"/>
              </a:ext>
            </a:extLst>
          </p:cNvPr>
          <p:cNvCxnSpPr>
            <a:cxnSpLocks/>
          </p:cNvCxnSpPr>
          <p:nvPr/>
        </p:nvCxnSpPr>
        <p:spPr>
          <a:xfrm flipH="1">
            <a:off x="2206805" y="3133014"/>
            <a:ext cx="193743" cy="174632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80" name="Gerader Verbinder 26">
            <a:extLst>
              <a:ext uri="{FF2B5EF4-FFF2-40B4-BE49-F238E27FC236}">
                <a16:creationId xmlns:a16="http://schemas.microsoft.com/office/drawing/2014/main" id="{98A2150B-4958-83A0-AE25-39455A1B2C1C}"/>
              </a:ext>
            </a:extLst>
          </p:cNvPr>
          <p:cNvCxnSpPr>
            <a:cxnSpLocks/>
          </p:cNvCxnSpPr>
          <p:nvPr/>
        </p:nvCxnSpPr>
        <p:spPr>
          <a:xfrm>
            <a:off x="2651166" y="3310273"/>
            <a:ext cx="326286" cy="3338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192444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C75AD-3B96-E3EE-D352-0245184A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B3656955-C2FF-5629-569D-BD087548862D}"/>
              </a:ext>
            </a:extLst>
          </p:cNvPr>
          <p:cNvSpPr/>
          <p:nvPr/>
        </p:nvSpPr>
        <p:spPr>
          <a:xfrm>
            <a:off x="1902521" y="2476224"/>
            <a:ext cx="300621" cy="110611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1D25E3-343F-0BB2-B15F-611E1CFC67D0}"/>
              </a:ext>
            </a:extLst>
          </p:cNvPr>
          <p:cNvSpPr/>
          <p:nvPr/>
        </p:nvSpPr>
        <p:spPr>
          <a:xfrm>
            <a:off x="693373" y="1669290"/>
            <a:ext cx="3478962" cy="32003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F5C5C5F-7D12-2895-AB6F-8818610FB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HDC</a:t>
            </a:r>
            <a:r>
              <a:rPr lang="de-DE" dirty="0"/>
              <a:t> </a:t>
            </a:r>
            <a:r>
              <a:rPr lang="zh-CN" altLang="en-US" dirty="0"/>
              <a:t>制动调速过程 </a:t>
            </a:r>
            <a:r>
              <a:rPr lang="zh-CN" altLang="en-US" sz="1100" dirty="0"/>
              <a:t>场景</a:t>
            </a:r>
            <a:r>
              <a:rPr lang="en-US" altLang="zh-CN" sz="1100" dirty="0"/>
              <a:t>3</a:t>
            </a:r>
            <a:r>
              <a:rPr lang="zh-CN" altLang="en-US" sz="1100" dirty="0"/>
              <a:t>：驾驶员避障紧急制动</a:t>
            </a:r>
            <a:r>
              <a:rPr lang="en-US" altLang="zh-CN" sz="1100" dirty="0"/>
              <a:t>/AEB</a:t>
            </a:r>
            <a:r>
              <a:rPr lang="zh-CN" altLang="en-US" sz="1100" dirty="0"/>
              <a:t>功能触发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A76FAB4A-02F1-565F-55BF-38CC53125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7F1D13-8D4C-02D0-722D-0933EBAD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227C14-A71E-6D30-A848-18B23FF4D794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57B3834-1E9A-01B2-B9AF-CD01CA802699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9580EE76-C6ED-F359-001C-F169C5195B40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4BD5D2F-0277-1A33-E77A-CCF188D27808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40A86112-30CC-63C1-DD89-D29315A44A5A}"/>
              </a:ext>
            </a:extLst>
          </p:cNvPr>
          <p:cNvSpPr/>
          <p:nvPr/>
        </p:nvSpPr>
        <p:spPr>
          <a:xfrm>
            <a:off x="1603446" y="1750479"/>
            <a:ext cx="278440" cy="246924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33D7688F-A4F6-6A48-D86C-BBE4F4100906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712CDFA3-0A8D-819F-A18D-D1247FB615D5}"/>
              </a:ext>
            </a:extLst>
          </p:cNvPr>
          <p:cNvSpPr/>
          <p:nvPr/>
        </p:nvSpPr>
        <p:spPr>
          <a:xfrm>
            <a:off x="680422" y="1750479"/>
            <a:ext cx="917252" cy="24084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F0A0098A-0991-103E-736B-473923ACE1D0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70050848-E04E-2BAC-1C68-E57304970D38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970DC2C7-D8C6-91FC-78EF-D2DD1961C33A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57729BFA-8D19-3328-6324-CB1A62C9D62A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C40A2481-2372-45ED-7275-49E8FEA151A7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594CB268-9394-AAA5-956A-33686CBF0295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91BE4A05-7A93-52A1-1522-7475C94C6F8E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C176DF9C-627C-FC17-D654-3E3365C41955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DE0D8CB0-34C6-9117-E9A3-2FFEB5A90969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D9764BBC-3E0D-686A-D4A9-6377D66D0C55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CC4381F2-9BEB-FAF8-52E5-D081D1A8EE4A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0055D1CB-0772-463C-7DE8-8C17C70AFE99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BFCFC3CA-09F9-FCA9-F4F5-103F080BFA6C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539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D27B409D-89AF-2FD6-D7A0-F8535AD14590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40228BB9-54E7-ABB8-2B4B-23450D759046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A774C6F3-C06C-B351-A4F2-DF46403BF403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E110E62D-4B1F-D2C8-C332-A92B07CD1A02}"/>
              </a:ext>
            </a:extLst>
          </p:cNvPr>
          <p:cNvCxnSpPr>
            <a:cxnSpLocks/>
          </p:cNvCxnSpPr>
          <p:nvPr/>
        </p:nvCxnSpPr>
        <p:spPr>
          <a:xfrm flipV="1">
            <a:off x="3133664" y="924176"/>
            <a:ext cx="1080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AD67942E-35E8-570C-2925-0039BB94F76A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8BE5F19B-7D52-24EA-A49B-3DEF5BE9204E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08048" y="1496250"/>
            <a:ext cx="287112" cy="401265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5D98A2DD-1683-48A7-6B76-2FCC5B14327E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2AA5A3BA-8CE9-F3F8-89D9-79CFA85C2A57}"/>
              </a:ext>
            </a:extLst>
          </p:cNvPr>
          <p:cNvSpPr/>
          <p:nvPr/>
        </p:nvSpPr>
        <p:spPr>
          <a:xfrm>
            <a:off x="1601561" y="1496250"/>
            <a:ext cx="298388" cy="481237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B19D74DF-B56E-557E-9B22-ACD89F0FDD26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E76FD561-41AA-0142-136B-6B8C1526DEE6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B300288B-D72E-D447-8124-D95D0F26943E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34AAAC2A-25D9-E2CB-C892-B05E1143B35E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F7BA14E-B409-DCE4-5C1E-911E1107BB1D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AA65AD1C-0D16-D792-58B1-4974C1BDEE79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4FD53709-4293-EC41-BEC5-4378774F3E8A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FE0D5F5-8D79-E245-D9FE-C4E866B641A0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B7533E48-2BE3-955E-5F4B-ECD5F385C787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9DA34465-7276-4276-820A-BAAF04F1276B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CF2A92F9-FED0-7065-EC64-9AE6AC6BA133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F595BB56-2517-89BF-1CF3-8CED32FDBD3F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A4BA04AF-4522-BDFF-C165-7C8505727A87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AA0B1AE9-0212-09AF-3A82-961AE5252329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0D89C588-9000-5E9F-D745-92539678F020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075D6229-06A4-8565-04E5-1E89FCEC5350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439801" cy="3293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9997C9A5-E42E-4383-0F66-6A20CCE84073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EF31D564-282A-068C-26C6-069FDD0F923F}"/>
              </a:ext>
            </a:extLst>
          </p:cNvPr>
          <p:cNvCxnSpPr>
            <a:cxnSpLocks/>
          </p:cNvCxnSpPr>
          <p:nvPr/>
        </p:nvCxnSpPr>
        <p:spPr>
          <a:xfrm>
            <a:off x="2207523" y="4064386"/>
            <a:ext cx="177241" cy="632508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B59E6311-283A-F422-5C06-800277DAB133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9D800875-F5B0-FD7D-4497-339756EC2696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0FB7F64-E6F5-5EB6-D86C-644BC6DE0BC3}"/>
              </a:ext>
            </a:extLst>
          </p:cNvPr>
          <p:cNvSpPr txBox="1"/>
          <p:nvPr/>
        </p:nvSpPr>
        <p:spPr>
          <a:xfrm>
            <a:off x="5501496" y="573215"/>
            <a:ext cx="3396406" cy="161582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如果在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激活过程中，驾驶员为了避障紧急快速踩制动</a:t>
            </a:r>
            <a:r>
              <a:rPr lang="en-US" altLang="zh-CN" sz="700" kern="0" dirty="0">
                <a:solidFill>
                  <a:srgbClr val="000000"/>
                </a:solidFill>
              </a:rPr>
              <a:t>/AEB</a:t>
            </a:r>
            <a:r>
              <a:rPr lang="zh-CN" altLang="en-US" sz="700" kern="0" dirty="0">
                <a:solidFill>
                  <a:srgbClr val="000000"/>
                </a:solidFill>
              </a:rPr>
              <a:t>功能触发，此时要求最快速度将车辆停止，由于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请求与制动</a:t>
            </a:r>
            <a:r>
              <a:rPr lang="en-US" altLang="zh-CN" sz="700" kern="0" dirty="0">
                <a:solidFill>
                  <a:srgbClr val="000000"/>
                </a:solidFill>
              </a:rPr>
              <a:t>/VCU</a:t>
            </a:r>
            <a:r>
              <a:rPr lang="zh-CN" altLang="en-US" sz="700" kern="0" dirty="0">
                <a:solidFill>
                  <a:srgbClr val="000000"/>
                </a:solidFill>
              </a:rPr>
              <a:t>天然有</a:t>
            </a:r>
            <a:r>
              <a:rPr lang="en-US" altLang="zh-CN" sz="700" kern="0" dirty="0">
                <a:solidFill>
                  <a:srgbClr val="000000"/>
                </a:solidFill>
              </a:rPr>
              <a:t>50ms</a:t>
            </a:r>
            <a:r>
              <a:rPr lang="zh-CN" altLang="en-US" sz="700" kern="0" dirty="0">
                <a:solidFill>
                  <a:srgbClr val="000000"/>
                </a:solidFill>
              </a:rPr>
              <a:t>左右延迟，可能会影响此类工况的表现，所以需求即使在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激活过程中，制动监测到紧急制动或者</a:t>
            </a:r>
            <a:r>
              <a:rPr lang="en-US" altLang="zh-CN" sz="700" kern="0" dirty="0">
                <a:solidFill>
                  <a:srgbClr val="000000"/>
                </a:solidFill>
              </a:rPr>
              <a:t>AEB</a:t>
            </a:r>
            <a:r>
              <a:rPr lang="zh-CN" altLang="en-US" sz="700" kern="0" dirty="0">
                <a:solidFill>
                  <a:srgbClr val="000000"/>
                </a:solidFill>
              </a:rPr>
              <a:t>之类的高优先级请求，这些请求的优先级是高于</a:t>
            </a:r>
            <a:r>
              <a:rPr lang="en-US" altLang="zh-CN" sz="700" kern="0" dirty="0">
                <a:solidFill>
                  <a:srgbClr val="000000"/>
                </a:solidFill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请求的。 </a:t>
            </a:r>
            <a:r>
              <a:rPr lang="en-US" altLang="zh-CN" sz="700" kern="0" dirty="0">
                <a:solidFill>
                  <a:srgbClr val="000000"/>
                </a:solidFill>
              </a:rPr>
              <a:t>CST</a:t>
            </a:r>
            <a:r>
              <a:rPr lang="zh-CN" altLang="en-US" sz="700" kern="0" dirty="0">
                <a:solidFill>
                  <a:srgbClr val="000000"/>
                </a:solidFill>
              </a:rPr>
              <a:t>功能使用同样的仲裁逻辑。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</a:rPr>
              <a:t>端： 保证整个激活过程中，电制动</a:t>
            </a:r>
            <a:r>
              <a:rPr lang="en-US" altLang="zh-CN" sz="700" kern="0" dirty="0">
                <a:solidFill>
                  <a:srgbClr val="000000"/>
                </a:solidFill>
              </a:rPr>
              <a:t>+</a:t>
            </a:r>
            <a:r>
              <a:rPr lang="zh-CN" altLang="en-US" sz="700" kern="0" dirty="0">
                <a:solidFill>
                  <a:srgbClr val="000000"/>
                </a:solidFill>
              </a:rPr>
              <a:t>液压制动的合力与坡道力平衡，车辆稳定下坡。除非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制动端仲裁：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请求的制动扭矩仅为液压制动（制动不可以分配</a:t>
            </a:r>
            <a:r>
              <a:rPr lang="en-US" altLang="zh-CN" sz="700" kern="0" dirty="0">
                <a:solidFill>
                  <a:srgbClr val="000000"/>
                </a:solidFill>
              </a:rPr>
              <a:t>regen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AEB/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驾驶员紧急制动请求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&gt;VMC HDC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制动请求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</a:rPr>
              <a:t>驾驶员常规制动踏板请求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</a:rPr>
              <a:t>（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这个优化方案仅用于弥补信号延迟，可能造成的制动响应不及时的问题。如果不做，可能实车也问题不大，具体以实测测试为准。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12310A7B-5BFF-9246-3038-1E1D8439D7A8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82FF375E-0E4C-CDCC-CF19-C41974123232}"/>
              </a:ext>
            </a:extLst>
          </p:cNvPr>
          <p:cNvCxnSpPr>
            <a:cxnSpLocks/>
          </p:cNvCxnSpPr>
          <p:nvPr/>
        </p:nvCxnSpPr>
        <p:spPr>
          <a:xfrm>
            <a:off x="706439" y="1737630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7F9823C6-68C3-3FEB-3105-0DDDFCCBF52F}"/>
              </a:ext>
            </a:extLst>
          </p:cNvPr>
          <p:cNvCxnSpPr>
            <a:cxnSpLocks/>
          </p:cNvCxnSpPr>
          <p:nvPr/>
        </p:nvCxnSpPr>
        <p:spPr>
          <a:xfrm>
            <a:off x="1594112" y="1737630"/>
            <a:ext cx="287774" cy="26315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B8AD92D7-35D9-95B6-0D1F-6DA243A8B65F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4B90B549-850F-D91D-600D-845584EEB23A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3BBCBAF5-0514-D16B-F582-1532FF67A9E2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38AC33A6-98B0-4E59-1931-5A8EBED52BCF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A4D0AFAE-AF2A-855E-83A3-32500E87D394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3DE840EE-F55D-0B2B-D369-C09D1BD13976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370AF2A5-F177-9998-ED48-C221C2C8B006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737BB06D-49AD-4829-02A3-2B2B5827EC29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FD361DCF-8E8E-0CE5-9CF7-FC2560F98580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2923F00C-F052-6A20-1578-21BEB9617C21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65EEB345-F764-60FE-A715-3AAC53BD909E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DCB766F8-62C2-7143-FDCC-95803A3EFD29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650D7160-8187-A2CD-1791-E796C89D97C1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D0B6927C-91F2-9E0D-5905-98708D69B8F0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3AF4226B-890C-4A02-DC1C-9D7F0F5A2EE9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326286" cy="3338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DF71A54E-E01F-9721-455E-C8A06859D7C3}"/>
              </a:ext>
            </a:extLst>
          </p:cNvPr>
          <p:cNvSpPr/>
          <p:nvPr/>
        </p:nvSpPr>
        <p:spPr>
          <a:xfrm>
            <a:off x="1763036" y="1663755"/>
            <a:ext cx="552845" cy="341226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F3068EB-BF1F-F2CD-A543-389CE65B23A2}"/>
              </a:ext>
            </a:extLst>
          </p:cNvPr>
          <p:cNvSpPr/>
          <p:nvPr/>
        </p:nvSpPr>
        <p:spPr>
          <a:xfrm>
            <a:off x="1898126" y="3250981"/>
            <a:ext cx="329561" cy="60453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386C3533-BDCB-728B-67C9-B70BBD28F302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123F5235-B87E-2BEB-5AD9-2B9A79A8422C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0E8ECD88-1A47-5067-C688-CC25469C0304}"/>
              </a:ext>
            </a:extLst>
          </p:cNvPr>
          <p:cNvSpPr/>
          <p:nvPr/>
        </p:nvSpPr>
        <p:spPr>
          <a:xfrm>
            <a:off x="2188030" y="2469573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5" name="Gerader Verbinder 27">
            <a:extLst>
              <a:ext uri="{FF2B5EF4-FFF2-40B4-BE49-F238E27FC236}">
                <a16:creationId xmlns:a16="http://schemas.microsoft.com/office/drawing/2014/main" id="{D36A7274-1DF2-1B8B-FA0B-1F1BC6D5E2EE}"/>
              </a:ext>
            </a:extLst>
          </p:cNvPr>
          <p:cNvCxnSpPr>
            <a:cxnSpLocks/>
          </p:cNvCxnSpPr>
          <p:nvPr/>
        </p:nvCxnSpPr>
        <p:spPr>
          <a:xfrm flipH="1">
            <a:off x="2286000" y="2743200"/>
            <a:ext cx="1691640" cy="0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77" name="Gerader Verbinder 27">
            <a:extLst>
              <a:ext uri="{FF2B5EF4-FFF2-40B4-BE49-F238E27FC236}">
                <a16:creationId xmlns:a16="http://schemas.microsoft.com/office/drawing/2014/main" id="{45F3B300-2606-2EA7-C272-91A5053DDD03}"/>
              </a:ext>
            </a:extLst>
          </p:cNvPr>
          <p:cNvCxnSpPr>
            <a:cxnSpLocks/>
          </p:cNvCxnSpPr>
          <p:nvPr/>
        </p:nvCxnSpPr>
        <p:spPr>
          <a:xfrm flipH="1">
            <a:off x="2206805" y="2743200"/>
            <a:ext cx="79195" cy="564446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E1C0A6F1-9D39-FA50-29BD-0E9AA414B30C}"/>
              </a:ext>
            </a:extLst>
          </p:cNvPr>
          <p:cNvSpPr/>
          <p:nvPr/>
        </p:nvSpPr>
        <p:spPr>
          <a:xfrm>
            <a:off x="2214154" y="3161211"/>
            <a:ext cx="32726" cy="111035"/>
          </a:xfrm>
          <a:custGeom>
            <a:avLst/>
            <a:gdLst>
              <a:gd name="csX0" fmla="*/ 0 w 32726"/>
              <a:gd name="csY0" fmla="*/ 111035 h 111035"/>
              <a:gd name="csX1" fmla="*/ 0 w 32726"/>
              <a:gd name="csY1" fmla="*/ 111035 h 111035"/>
              <a:gd name="csX2" fmla="*/ 32657 w 32726"/>
              <a:gd name="csY2" fmla="*/ 0 h 11103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726" h="111035">
                <a:moveTo>
                  <a:pt x="0" y="111035"/>
                </a:moveTo>
                <a:lnTo>
                  <a:pt x="0" y="111035"/>
                </a:lnTo>
                <a:cubicBezTo>
                  <a:pt x="35783" y="17998"/>
                  <a:pt x="32657" y="56450"/>
                  <a:pt x="32657" y="0"/>
                </a:cubicBezTo>
              </a:path>
            </a:pathLst>
          </a:custGeom>
          <a:noFill/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5626B707-CB94-270D-D0DE-50191224460D}"/>
              </a:ext>
            </a:extLst>
          </p:cNvPr>
          <p:cNvSpPr/>
          <p:nvPr/>
        </p:nvSpPr>
        <p:spPr>
          <a:xfrm>
            <a:off x="2207623" y="3265714"/>
            <a:ext cx="91440" cy="58783"/>
          </a:xfrm>
          <a:custGeom>
            <a:avLst/>
            <a:gdLst>
              <a:gd name="csX0" fmla="*/ 0 w 91440"/>
              <a:gd name="csY0" fmla="*/ 0 h 58783"/>
              <a:gd name="csX1" fmla="*/ 6531 w 91440"/>
              <a:gd name="csY1" fmla="*/ 52252 h 58783"/>
              <a:gd name="csX2" fmla="*/ 91440 w 91440"/>
              <a:gd name="csY2" fmla="*/ 58783 h 58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91440" h="58783">
                <a:moveTo>
                  <a:pt x="0" y="0"/>
                </a:moveTo>
                <a:lnTo>
                  <a:pt x="6531" y="52252"/>
                </a:lnTo>
                <a:lnTo>
                  <a:pt x="91440" y="58783"/>
                </a:lnTo>
              </a:path>
            </a:pathLst>
          </a:custGeom>
          <a:noFill/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0D342226-578E-A8D5-436C-D73AA86E1911}"/>
              </a:ext>
            </a:extLst>
          </p:cNvPr>
          <p:cNvSpPr/>
          <p:nvPr/>
        </p:nvSpPr>
        <p:spPr>
          <a:xfrm>
            <a:off x="2214154" y="3252651"/>
            <a:ext cx="84909" cy="58783"/>
          </a:xfrm>
          <a:custGeom>
            <a:avLst/>
            <a:gdLst>
              <a:gd name="csX0" fmla="*/ 6532 w 84909"/>
              <a:gd name="csY0" fmla="*/ 0 h 58783"/>
              <a:gd name="csX1" fmla="*/ 0 w 84909"/>
              <a:gd name="csY1" fmla="*/ 58783 h 58783"/>
              <a:gd name="csX2" fmla="*/ 84909 w 84909"/>
              <a:gd name="csY2" fmla="*/ 58783 h 58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84909" h="58783">
                <a:moveTo>
                  <a:pt x="6532" y="0"/>
                </a:moveTo>
                <a:lnTo>
                  <a:pt x="0" y="58783"/>
                </a:lnTo>
                <a:lnTo>
                  <a:pt x="84909" y="58783"/>
                </a:lnTo>
              </a:path>
            </a:pathLst>
          </a:custGeom>
          <a:noFill/>
          <a:ln w="127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1BEFD2EB-5386-98D3-AD34-6ADD33245D00}"/>
              </a:ext>
            </a:extLst>
          </p:cNvPr>
          <p:cNvSpPr/>
          <p:nvPr/>
        </p:nvSpPr>
        <p:spPr>
          <a:xfrm>
            <a:off x="2207622" y="3212460"/>
            <a:ext cx="78377" cy="98973"/>
          </a:xfrm>
          <a:custGeom>
            <a:avLst/>
            <a:gdLst>
              <a:gd name="csX0" fmla="*/ 0 w 117566"/>
              <a:gd name="csY0" fmla="*/ 515983 h 568234"/>
              <a:gd name="csX1" fmla="*/ 0 w 117566"/>
              <a:gd name="csY1" fmla="*/ 568234 h 568234"/>
              <a:gd name="csX2" fmla="*/ 117566 w 117566"/>
              <a:gd name="csY2" fmla="*/ 568234 h 568234"/>
              <a:gd name="csX3" fmla="*/ 117566 w 117566"/>
              <a:gd name="csY3" fmla="*/ 0 h 568234"/>
              <a:gd name="csX4" fmla="*/ 0 w 117566"/>
              <a:gd name="csY4" fmla="*/ 515983 h 5682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17566" h="568234">
                <a:moveTo>
                  <a:pt x="0" y="515983"/>
                </a:moveTo>
                <a:lnTo>
                  <a:pt x="0" y="568234"/>
                </a:lnTo>
                <a:lnTo>
                  <a:pt x="117566" y="568234"/>
                </a:lnTo>
                <a:lnTo>
                  <a:pt x="117566" y="0"/>
                </a:lnTo>
                <a:lnTo>
                  <a:pt x="0" y="515983"/>
                </a:lnTo>
                <a:close/>
              </a:path>
            </a:pathLst>
          </a:custGeom>
          <a:solidFill>
            <a:srgbClr val="FFD8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960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14C13-FF76-4D5A-155F-64376708A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73">
            <a:extLst>
              <a:ext uri="{FF2B5EF4-FFF2-40B4-BE49-F238E27FC236}">
                <a16:creationId xmlns:a16="http://schemas.microsoft.com/office/drawing/2014/main" id="{F7DFEB40-B7DF-EE0D-5757-5E9A0E39F2C7}"/>
              </a:ext>
            </a:extLst>
          </p:cNvPr>
          <p:cNvSpPr/>
          <p:nvPr/>
        </p:nvSpPr>
        <p:spPr>
          <a:xfrm>
            <a:off x="1896974" y="2462996"/>
            <a:ext cx="336408" cy="122700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F01579-6522-0F33-374C-2BCEDCE10BAC}"/>
              </a:ext>
            </a:extLst>
          </p:cNvPr>
          <p:cNvSpPr/>
          <p:nvPr/>
        </p:nvSpPr>
        <p:spPr>
          <a:xfrm>
            <a:off x="693373" y="1669290"/>
            <a:ext cx="3478962" cy="32003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94E6F7B-D152-0F0F-6279-F8FFA5B2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HDC</a:t>
            </a:r>
            <a:r>
              <a:rPr lang="de-DE" dirty="0"/>
              <a:t> </a:t>
            </a:r>
            <a:r>
              <a:rPr lang="zh-CN" altLang="en-US" dirty="0"/>
              <a:t>加速调速过程</a:t>
            </a:r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DE3F9CF-80E4-4647-B09B-2A64E369A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1F74E35-4DA3-A017-BF67-BCDBB0C8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5</a:t>
            </a:fld>
            <a:endParaRPr lang="de-DE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EC1D92-58B5-2B72-4E4D-3A5DAFBF26A5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F99223A4-34A2-2399-1A4B-468E8A167E37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EEBAC99E-2DA6-B7FF-5890-36BEBF44812D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D78879A6-A288-5459-B003-61C9D662DF47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03FA122C-3250-2033-F494-5CC1A565D077}"/>
              </a:ext>
            </a:extLst>
          </p:cNvPr>
          <p:cNvSpPr/>
          <p:nvPr/>
        </p:nvSpPr>
        <p:spPr>
          <a:xfrm>
            <a:off x="1603446" y="1750479"/>
            <a:ext cx="278440" cy="246924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FBCDCBA2-46E7-AFEB-F7D5-71180ADC4A33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DC36A39B-3610-664A-E766-2546B544AB1D}"/>
              </a:ext>
            </a:extLst>
          </p:cNvPr>
          <p:cNvSpPr/>
          <p:nvPr/>
        </p:nvSpPr>
        <p:spPr>
          <a:xfrm>
            <a:off x="680422" y="1750479"/>
            <a:ext cx="917252" cy="24084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4D70D90E-6C58-44CA-5ACA-1DF98485D213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E09B155C-EE2A-9290-3CA7-17EF5DBB80DF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1F427735-439B-B6F6-2F5A-B28BBB28E109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E4CCF83B-101A-6E79-AF65-967C54FD2C1C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652FE14B-8F8C-B6FA-1494-46D5574B54C2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68073122-3D90-EE0A-2CD6-B7EE2F59BE1B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1608CD17-C7E3-B3A3-269C-C47245E6BF3A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36B98108-4CF5-04BE-195E-238C6DB8F0AC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9FA676E8-AE85-F90E-96D5-66E7184F9308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F36136C6-9FE8-D6D1-EA33-B0EE82D0DE89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15E04F86-35A2-6329-912B-40B403032D68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A1A51AA3-B237-6D87-3D6C-C06CCC6B2926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BB45CB33-57E1-5FA0-67A3-FA683F1FDC8F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539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400494A2-F5CE-19AD-F373-2C772D7BE3C8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C49C3BCB-069D-D667-AE83-EB21810AD6E1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83A5144A-E91A-3414-472F-C343CA4000F2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4FEE6B5B-10BB-19A3-C390-FFB946389655}"/>
              </a:ext>
            </a:extLst>
          </p:cNvPr>
          <p:cNvCxnSpPr>
            <a:cxnSpLocks/>
          </p:cNvCxnSpPr>
          <p:nvPr/>
        </p:nvCxnSpPr>
        <p:spPr>
          <a:xfrm flipV="1">
            <a:off x="3133664" y="924176"/>
            <a:ext cx="1080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8340B3F5-4128-3222-E620-581E39F13A3A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52AD0C70-15D3-E091-2A2B-03786DEC583B}"/>
              </a:ext>
            </a:extLst>
          </p:cNvPr>
          <p:cNvCxnSpPr>
            <a:cxnSpLocks/>
            <a:stCxn id="149" idx="0"/>
          </p:cNvCxnSpPr>
          <p:nvPr/>
        </p:nvCxnSpPr>
        <p:spPr>
          <a:xfrm>
            <a:off x="1608048" y="1496250"/>
            <a:ext cx="287112" cy="401265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31FE2F7-09E2-BECD-F4FD-21439A856D45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09146165-0829-4B6F-917A-886740E010BB}"/>
              </a:ext>
            </a:extLst>
          </p:cNvPr>
          <p:cNvSpPr/>
          <p:nvPr/>
        </p:nvSpPr>
        <p:spPr>
          <a:xfrm>
            <a:off x="1601561" y="1496250"/>
            <a:ext cx="298388" cy="481237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6C88A298-AABF-3400-32B3-1B342E10C11D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64F056BD-1E29-A5D7-E62D-6F35011CF191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FA8D0480-0800-729C-1990-CB9622147760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3FE374B5-5612-C088-1463-7FEF798779A3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F0E1C51E-1070-E30F-BE70-67D8F5C1D2E7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1AC9939-05B0-57A4-F026-757963C975E5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34A73B71-0065-2893-3CD3-B8626CA7286F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A8F6088-580F-40E8-41B2-0CE1763CE792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C75F8DF6-1EE7-A56F-0E0E-3D608E8F1626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CBAAF1C8-7DD1-C278-77EA-A1F477E68462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3938AD75-77E5-A62A-BEC1-01BE45D38ADA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E1C0DF78-43F7-48BF-B2AC-27491F7D050D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2A917F94-6E14-AA1E-CD31-A51D317A2AAB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A3E69200-256C-5280-1F11-3CFDFA6D4FAB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A7F444AB-AC3D-49EB-FB3E-E9D3E03E8BA3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D922D089-1BB2-E031-EE43-0E5B1A52AF88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464304" cy="3293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C17C4A12-CBF2-9C68-1D2F-F4572F7E5016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B08CF613-E84A-3A9B-81FC-9777B810FA12}"/>
              </a:ext>
            </a:extLst>
          </p:cNvPr>
          <p:cNvCxnSpPr>
            <a:cxnSpLocks/>
          </p:cNvCxnSpPr>
          <p:nvPr/>
        </p:nvCxnSpPr>
        <p:spPr>
          <a:xfrm flipV="1">
            <a:off x="2246977" y="3892181"/>
            <a:ext cx="68439" cy="168545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742C7D64-6847-120D-CC03-2875C2DADCEC}"/>
              </a:ext>
            </a:extLst>
          </p:cNvPr>
          <p:cNvCxnSpPr>
            <a:cxnSpLocks/>
          </p:cNvCxnSpPr>
          <p:nvPr/>
        </p:nvCxnSpPr>
        <p:spPr>
          <a:xfrm>
            <a:off x="3277259" y="3873632"/>
            <a:ext cx="828000" cy="345692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0D3202BC-1AA5-87BB-3055-3FC7B9F3070D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824A6577-8277-9339-ED46-F88B41E98E65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D959823-69D1-15DC-3C48-55B61C344957}"/>
              </a:ext>
            </a:extLst>
          </p:cNvPr>
          <p:cNvSpPr txBox="1"/>
          <p:nvPr/>
        </p:nvSpPr>
        <p:spPr>
          <a:xfrm>
            <a:off x="5605602" y="641603"/>
            <a:ext cx="3396406" cy="7540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驾驶员踩了油门踏板，此时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功能会直接进入</a:t>
            </a:r>
            <a:r>
              <a:rPr lang="en-US" altLang="zh-CN" sz="700" kern="0" dirty="0">
                <a:solidFill>
                  <a:srgbClr val="000000"/>
                </a:solidFill>
              </a:rPr>
              <a:t>standby</a:t>
            </a:r>
            <a:r>
              <a:rPr lang="zh-CN" altLang="en-US" sz="700" kern="0" dirty="0">
                <a:solidFill>
                  <a:srgbClr val="000000"/>
                </a:solidFill>
              </a:rPr>
              <a:t>状态，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处于非激活状态，</a:t>
            </a:r>
            <a:r>
              <a:rPr lang="en-US" altLang="zh-CN" sz="700" kern="0" dirty="0">
                <a:solidFill>
                  <a:srgbClr val="000000"/>
                </a:solidFill>
              </a:rPr>
              <a:t> VCU</a:t>
            </a:r>
            <a:r>
              <a:rPr lang="zh-CN" altLang="en-US" sz="700" kern="0" dirty="0">
                <a:solidFill>
                  <a:srgbClr val="000000"/>
                </a:solidFill>
              </a:rPr>
              <a:t>只响应油门踏板正扭请求。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制动端仲裁：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在退出时刻液压扭矩肯定会</a:t>
            </a:r>
            <a:r>
              <a:rPr lang="en-US" altLang="zh-CN" sz="700" kern="0" dirty="0">
                <a:solidFill>
                  <a:srgbClr val="000000"/>
                </a:solidFill>
              </a:rPr>
              <a:t>ramp</a:t>
            </a:r>
            <a:r>
              <a:rPr lang="zh-CN" altLang="en-US" sz="700" kern="0" dirty="0">
                <a:solidFill>
                  <a:srgbClr val="000000"/>
                </a:solidFill>
              </a:rPr>
              <a:t>到</a:t>
            </a:r>
            <a:r>
              <a:rPr lang="en-US" altLang="zh-CN" sz="700" kern="0" dirty="0">
                <a:solidFill>
                  <a:srgbClr val="000000"/>
                </a:solidFill>
              </a:rPr>
              <a:t>0</a:t>
            </a:r>
            <a:r>
              <a:rPr lang="zh-CN" altLang="en-US" sz="700" kern="0" dirty="0">
                <a:solidFill>
                  <a:srgbClr val="000000"/>
                </a:solidFill>
              </a:rPr>
              <a:t>，不会存在液压请求。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F0771E05-53E8-1A85-163F-3373CFF7E0ED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D97F21F4-290B-CB53-EA2F-3BC961092321}"/>
              </a:ext>
            </a:extLst>
          </p:cNvPr>
          <p:cNvCxnSpPr>
            <a:cxnSpLocks/>
          </p:cNvCxnSpPr>
          <p:nvPr/>
        </p:nvCxnSpPr>
        <p:spPr>
          <a:xfrm>
            <a:off x="706439" y="1737630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8E612D5E-B54C-6172-4B69-1F7A9F4FA685}"/>
              </a:ext>
            </a:extLst>
          </p:cNvPr>
          <p:cNvCxnSpPr>
            <a:cxnSpLocks/>
          </p:cNvCxnSpPr>
          <p:nvPr/>
        </p:nvCxnSpPr>
        <p:spPr>
          <a:xfrm>
            <a:off x="1594112" y="1737630"/>
            <a:ext cx="287774" cy="26315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C4A36444-7FD8-1EB5-4A89-555FEE8D4959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0268EE2F-7893-E279-290D-587EBFFB5244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76DB0F53-2A23-C57E-CFB2-7F4A1DF8E365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9A0DE40B-270A-1674-744E-B96B6D1A3005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947B42EF-2393-BA32-DA8A-ADA975A81AEA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6386B49A-1A76-3A98-A5CF-115298061DCC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76A2699F-4CE5-BB42-8909-D14B4956EBA0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C83F2F75-67BB-5633-EA6E-A0EBC5C81F94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062C1A04-9F00-CEB9-E926-121A740D26FB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8CA631DF-3CD0-85D4-E2DA-6EDC7B747570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EC2C61CC-5A51-B25A-4473-45453FC0B4B9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6EAC2323-56E8-75C2-294C-AA04583C8935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761014F8-40B7-4607-CB2F-103DAB25E04B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6F93D09D-5C6D-BB57-29F2-EF511A937E9F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4501240B-838E-7122-83B8-E84C9B8A0A0F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1106472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1585076F-FD81-7A8B-B1E6-32B3176248EF}"/>
              </a:ext>
            </a:extLst>
          </p:cNvPr>
          <p:cNvCxnSpPr>
            <a:cxnSpLocks/>
          </p:cNvCxnSpPr>
          <p:nvPr/>
        </p:nvCxnSpPr>
        <p:spPr>
          <a:xfrm flipV="1">
            <a:off x="2988225" y="3041584"/>
            <a:ext cx="285980" cy="257464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C33E5E7C-84AD-F213-FC18-35FD70CB046E}"/>
              </a:ext>
            </a:extLst>
          </p:cNvPr>
          <p:cNvCxnSpPr>
            <a:cxnSpLocks/>
          </p:cNvCxnSpPr>
          <p:nvPr/>
        </p:nvCxnSpPr>
        <p:spPr>
          <a:xfrm>
            <a:off x="3285126" y="3036619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0B1130F7-AFB8-B186-7928-B2C52B245B77}"/>
              </a:ext>
            </a:extLst>
          </p:cNvPr>
          <p:cNvSpPr/>
          <p:nvPr/>
        </p:nvSpPr>
        <p:spPr>
          <a:xfrm>
            <a:off x="1763035" y="1663755"/>
            <a:ext cx="470347" cy="341226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77F76FB9-D5BD-E8FA-A6CA-3E928F9EF1D9}"/>
              </a:ext>
            </a:extLst>
          </p:cNvPr>
          <p:cNvSpPr/>
          <p:nvPr/>
        </p:nvSpPr>
        <p:spPr>
          <a:xfrm>
            <a:off x="1878201" y="3242793"/>
            <a:ext cx="357483" cy="75173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7" name="加号 96">
            <a:extLst>
              <a:ext uri="{FF2B5EF4-FFF2-40B4-BE49-F238E27FC236}">
                <a16:creationId xmlns:a16="http://schemas.microsoft.com/office/drawing/2014/main" id="{1291E3AC-F377-2A76-72A8-103F2DD2B6E7}"/>
              </a:ext>
            </a:extLst>
          </p:cNvPr>
          <p:cNvSpPr/>
          <p:nvPr/>
        </p:nvSpPr>
        <p:spPr>
          <a:xfrm>
            <a:off x="4750085" y="3643507"/>
            <a:ext cx="266323" cy="258167"/>
          </a:xfrm>
          <a:prstGeom prst="mathPlus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48F935D8-2EE2-A900-99D3-8CA77D20AD53}"/>
              </a:ext>
            </a:extLst>
          </p:cNvPr>
          <p:cNvSpPr/>
          <p:nvPr/>
        </p:nvSpPr>
        <p:spPr>
          <a:xfrm>
            <a:off x="4205355" y="4447849"/>
            <a:ext cx="1366548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0" name="等号 99">
            <a:extLst>
              <a:ext uri="{FF2B5EF4-FFF2-40B4-BE49-F238E27FC236}">
                <a16:creationId xmlns:a16="http://schemas.microsoft.com/office/drawing/2014/main" id="{10C342E5-9253-8412-402C-910C7D68B117}"/>
              </a:ext>
            </a:extLst>
          </p:cNvPr>
          <p:cNvSpPr/>
          <p:nvPr/>
        </p:nvSpPr>
        <p:spPr>
          <a:xfrm>
            <a:off x="4775613" y="4226173"/>
            <a:ext cx="233665" cy="136512"/>
          </a:xfrm>
          <a:prstGeom prst="mathEqual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1ACAA947-8AC1-655B-1885-6285C972525A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7787056D-577B-266D-4730-8EFE54D30527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A3191F3F-79C0-781F-02F4-08B3E3F72371}"/>
              </a:ext>
            </a:extLst>
          </p:cNvPr>
          <p:cNvSpPr/>
          <p:nvPr/>
        </p:nvSpPr>
        <p:spPr>
          <a:xfrm>
            <a:off x="2984863" y="3187337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7BADB9EF-1125-8856-A117-69BCE7B2223D}"/>
              </a:ext>
            </a:extLst>
          </p:cNvPr>
          <p:cNvGrpSpPr/>
          <p:nvPr/>
        </p:nvGrpSpPr>
        <p:grpSpPr>
          <a:xfrm>
            <a:off x="4213366" y="3404661"/>
            <a:ext cx="1358537" cy="137006"/>
            <a:chOff x="6539970" y="3164081"/>
            <a:chExt cx="1358537" cy="137006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0AAB7DEB-307B-36C3-7D0B-F000E7096450}"/>
                </a:ext>
              </a:extLst>
            </p:cNvPr>
            <p:cNvSpPr/>
            <p:nvPr/>
          </p:nvSpPr>
          <p:spPr>
            <a:xfrm>
              <a:off x="6679990" y="3164081"/>
              <a:ext cx="1080898" cy="137006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3CFCDE7E-248D-838B-7591-099D9D8AE425}"/>
                </a:ext>
              </a:extLst>
            </p:cNvPr>
            <p:cNvSpPr/>
            <p:nvPr/>
          </p:nvSpPr>
          <p:spPr>
            <a:xfrm>
              <a:off x="6539970" y="3169965"/>
              <a:ext cx="137160" cy="130629"/>
            </a:xfrm>
            <a:custGeom>
              <a:avLst/>
              <a:gdLst>
                <a:gd name="csX0" fmla="*/ 0 w 137160"/>
                <a:gd name="csY0" fmla="*/ 124097 h 130629"/>
                <a:gd name="csX1" fmla="*/ 137160 w 137160"/>
                <a:gd name="csY1" fmla="*/ 130629 h 130629"/>
                <a:gd name="csX2" fmla="*/ 137160 w 137160"/>
                <a:gd name="csY2" fmla="*/ 0 h 130629"/>
                <a:gd name="csX3" fmla="*/ 0 w 137160"/>
                <a:gd name="csY3" fmla="*/ 32657 h 130629"/>
                <a:gd name="csX4" fmla="*/ 0 w 137160"/>
                <a:gd name="csY4" fmla="*/ 124097 h 130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60" h="130629">
                  <a:moveTo>
                    <a:pt x="0" y="124097"/>
                  </a:moveTo>
                  <a:lnTo>
                    <a:pt x="137160" y="130629"/>
                  </a:lnTo>
                  <a:lnTo>
                    <a:pt x="137160" y="0"/>
                  </a:lnTo>
                  <a:lnTo>
                    <a:pt x="0" y="32657"/>
                  </a:lnTo>
                  <a:lnTo>
                    <a:pt x="0" y="124097"/>
                  </a:lnTo>
                  <a:close/>
                </a:path>
              </a:pathLst>
            </a:custGeom>
            <a:solidFill>
              <a:srgbClr val="FFD8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5F2CBB4C-6742-9763-59B8-BA11D05664CF}"/>
                </a:ext>
              </a:extLst>
            </p:cNvPr>
            <p:cNvSpPr/>
            <p:nvPr/>
          </p:nvSpPr>
          <p:spPr>
            <a:xfrm>
              <a:off x="7767879" y="3169965"/>
              <a:ext cx="130628" cy="130628"/>
            </a:xfrm>
            <a:custGeom>
              <a:avLst/>
              <a:gdLst>
                <a:gd name="csX0" fmla="*/ 0 w 130628"/>
                <a:gd name="csY0" fmla="*/ 0 h 130628"/>
                <a:gd name="csX1" fmla="*/ 0 w 130628"/>
                <a:gd name="csY1" fmla="*/ 130628 h 130628"/>
                <a:gd name="csX2" fmla="*/ 130628 w 130628"/>
                <a:gd name="csY2" fmla="*/ 130628 h 130628"/>
                <a:gd name="csX3" fmla="*/ 130628 w 130628"/>
                <a:gd name="csY3" fmla="*/ 58782 h 130628"/>
                <a:gd name="csX4" fmla="*/ 0 w 130628"/>
                <a:gd name="csY4" fmla="*/ 0 h 130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628" h="130628">
                  <a:moveTo>
                    <a:pt x="0" y="0"/>
                  </a:moveTo>
                  <a:lnTo>
                    <a:pt x="0" y="130628"/>
                  </a:lnTo>
                  <a:lnTo>
                    <a:pt x="130628" y="130628"/>
                  </a:lnTo>
                  <a:lnTo>
                    <a:pt x="130628" y="58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FF">
                <a:alpha val="69804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5FD75283-E5DE-C755-2BDA-05A60F38EBC6}"/>
              </a:ext>
            </a:extLst>
          </p:cNvPr>
          <p:cNvSpPr/>
          <p:nvPr/>
        </p:nvSpPr>
        <p:spPr>
          <a:xfrm>
            <a:off x="4350526" y="3980689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E9E46CB9-FD57-70B7-5C4E-3BFBAA5C5009}"/>
              </a:ext>
            </a:extLst>
          </p:cNvPr>
          <p:cNvSpPr/>
          <p:nvPr/>
        </p:nvSpPr>
        <p:spPr>
          <a:xfrm>
            <a:off x="4215066" y="391469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D050FA9F-4B8E-9C9E-BAEE-5BE6003D40E2}"/>
              </a:ext>
            </a:extLst>
          </p:cNvPr>
          <p:cNvSpPr/>
          <p:nvPr/>
        </p:nvSpPr>
        <p:spPr>
          <a:xfrm>
            <a:off x="5436444" y="3921228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0" name="Gerader Verbinder 13">
            <a:extLst>
              <a:ext uri="{FF2B5EF4-FFF2-40B4-BE49-F238E27FC236}">
                <a16:creationId xmlns:a16="http://schemas.microsoft.com/office/drawing/2014/main" id="{3E134D75-A38B-B2B7-C80B-1EB40617306D}"/>
              </a:ext>
            </a:extLst>
          </p:cNvPr>
          <p:cNvCxnSpPr>
            <a:cxnSpLocks/>
          </p:cNvCxnSpPr>
          <p:nvPr/>
        </p:nvCxnSpPr>
        <p:spPr>
          <a:xfrm flipH="1">
            <a:off x="2221878" y="935955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3" name="Gerader Verbinder 27">
            <a:extLst>
              <a:ext uri="{FF2B5EF4-FFF2-40B4-BE49-F238E27FC236}">
                <a16:creationId xmlns:a16="http://schemas.microsoft.com/office/drawing/2014/main" id="{A416EA99-0481-45FB-7765-0739576A87FB}"/>
              </a:ext>
            </a:extLst>
          </p:cNvPr>
          <p:cNvCxnSpPr>
            <a:cxnSpLocks/>
          </p:cNvCxnSpPr>
          <p:nvPr/>
        </p:nvCxnSpPr>
        <p:spPr>
          <a:xfrm>
            <a:off x="2226851" y="2600003"/>
            <a:ext cx="100246" cy="305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27" name="Gerader Verbinder 27">
            <a:extLst>
              <a:ext uri="{FF2B5EF4-FFF2-40B4-BE49-F238E27FC236}">
                <a16:creationId xmlns:a16="http://schemas.microsoft.com/office/drawing/2014/main" id="{588202A6-A51C-5756-6700-73D70507E1D9}"/>
              </a:ext>
            </a:extLst>
          </p:cNvPr>
          <p:cNvCxnSpPr>
            <a:cxnSpLocks/>
          </p:cNvCxnSpPr>
          <p:nvPr/>
        </p:nvCxnSpPr>
        <p:spPr>
          <a:xfrm flipH="1">
            <a:off x="2345243" y="2606862"/>
            <a:ext cx="132955" cy="32047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37" name="Gerader Verbinder 27">
            <a:extLst>
              <a:ext uri="{FF2B5EF4-FFF2-40B4-BE49-F238E27FC236}">
                <a16:creationId xmlns:a16="http://schemas.microsoft.com/office/drawing/2014/main" id="{25D25BC9-5C13-E714-D54A-FCE7F258B9D1}"/>
              </a:ext>
            </a:extLst>
          </p:cNvPr>
          <p:cNvCxnSpPr>
            <a:cxnSpLocks/>
          </p:cNvCxnSpPr>
          <p:nvPr/>
        </p:nvCxnSpPr>
        <p:spPr>
          <a:xfrm flipV="1">
            <a:off x="2314506" y="3820825"/>
            <a:ext cx="89862" cy="7192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42" name="矩形 41">
            <a:extLst>
              <a:ext uri="{FF2B5EF4-FFF2-40B4-BE49-F238E27FC236}">
                <a16:creationId xmlns:a16="http://schemas.microsoft.com/office/drawing/2014/main" id="{8F4E4EAB-4698-E55D-AED9-D5B3083B5524}"/>
              </a:ext>
            </a:extLst>
          </p:cNvPr>
          <p:cNvSpPr/>
          <p:nvPr/>
        </p:nvSpPr>
        <p:spPr>
          <a:xfrm>
            <a:off x="2484994" y="2470903"/>
            <a:ext cx="484350" cy="122074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7924B0C-3079-8EB4-9B69-16C71E90DAF6}"/>
              </a:ext>
            </a:extLst>
          </p:cNvPr>
          <p:cNvSpPr/>
          <p:nvPr/>
        </p:nvSpPr>
        <p:spPr>
          <a:xfrm>
            <a:off x="2494286" y="3224551"/>
            <a:ext cx="478173" cy="99945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47" name="Gerader Verbinder 27">
            <a:extLst>
              <a:ext uri="{FF2B5EF4-FFF2-40B4-BE49-F238E27FC236}">
                <a16:creationId xmlns:a16="http://schemas.microsoft.com/office/drawing/2014/main" id="{8C30BAC9-C1C0-BB73-B3A4-9EC8F8902608}"/>
              </a:ext>
            </a:extLst>
          </p:cNvPr>
          <p:cNvCxnSpPr>
            <a:cxnSpLocks/>
          </p:cNvCxnSpPr>
          <p:nvPr/>
        </p:nvCxnSpPr>
        <p:spPr>
          <a:xfrm>
            <a:off x="2419816" y="3817532"/>
            <a:ext cx="687724" cy="3293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cxnSp>
        <p:nvCxnSpPr>
          <p:cNvPr id="53" name="Gerader Verbinder 27">
            <a:extLst>
              <a:ext uri="{FF2B5EF4-FFF2-40B4-BE49-F238E27FC236}">
                <a16:creationId xmlns:a16="http://schemas.microsoft.com/office/drawing/2014/main" id="{0A49566B-D08B-6663-F337-5995BF83DA0A}"/>
              </a:ext>
            </a:extLst>
          </p:cNvPr>
          <p:cNvCxnSpPr>
            <a:cxnSpLocks/>
          </p:cNvCxnSpPr>
          <p:nvPr/>
        </p:nvCxnSpPr>
        <p:spPr>
          <a:xfrm>
            <a:off x="3120021" y="3817532"/>
            <a:ext cx="130597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41456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3437F91-0995-2B7C-44C8-15C97FDD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A108BF-D12D-6971-DC1A-D7437D24B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9CD381C-CE92-5686-BA8D-C9730515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9C49D28-6500-6876-0038-55D80B66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6</a:t>
            </a:fld>
            <a:endParaRPr lang="de-DE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DDA6334-F917-2B5D-7815-F67A3CC3CDEE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81A25B0-1130-8F3D-82FC-1F6D12C1E254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3A8493A-E034-28FE-5D45-A0FEF2F598E1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445B3C5-7C15-641D-F3D9-174E6E2C434C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BEAD26E-64B9-23D4-82AF-DB09AF39DF71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E057BC8E-7C17-C7B1-7538-ED8889BDC1CD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F56FA0-56AB-DDF2-14E3-C7AA7BF6A194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CDA8929-7A09-EE85-3E2A-3C7AE5BCE0BC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1B2430FE-1900-4C38-38FA-27C247D8FF8B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7EBA8328-3705-AA62-9B26-2C0CCD49A229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FF95B35-93B5-D18B-16FB-5F97757261FF}"/>
              </a:ext>
            </a:extLst>
          </p:cNvPr>
          <p:cNvSpPr/>
          <p:nvPr/>
        </p:nvSpPr>
        <p:spPr>
          <a:xfrm>
            <a:off x="1603446" y="1726783"/>
            <a:ext cx="278440" cy="270620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BE5D6E2A-7C81-FAFF-0027-541C8B06FA4C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ADA0620B-9654-2566-DD03-C299FFD35870}"/>
              </a:ext>
            </a:extLst>
          </p:cNvPr>
          <p:cNvSpPr/>
          <p:nvPr/>
        </p:nvSpPr>
        <p:spPr>
          <a:xfrm>
            <a:off x="680422" y="1726783"/>
            <a:ext cx="917252" cy="264537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DA84481F-235D-E294-32FD-2465BE69EEB4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52C319A2-4616-9E1C-436D-EE1D855E1FF6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F789B522-67B4-6E45-1ABB-47B6ED9FB5C8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7914E0DF-A00D-7852-F3DB-00E0CB6E943C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C96D6D32-740F-2B04-4F4F-4E3D88D47E5D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48980F8F-3636-72FC-D8F9-D36F4EB82764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E8C7335A-4144-EB8B-E3D4-B1AD1F9F5762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32F47200-7EFE-D1E4-719B-DF8115E18973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1820A91E-7706-FD95-641C-476C7E642B37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14D2BEA5-080B-3925-40DC-C8E77C02E19E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EE5A9EC3-3417-975D-3FC3-FC7657B59C52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E76F35A9-AD1A-E70F-EC18-8653C36E1DC5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156CCE09-E25F-3394-0DB8-570BFD7DD7AD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263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DF47FAAF-FD43-259E-D95E-75E6F8F9BD3E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65DFDE7F-F87A-1B20-5CC4-06387167748A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F7306C03-788E-00CF-5FC5-B11014EDCD8E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10CD9DF2-68C9-96C1-29E6-844606C7B62F}"/>
              </a:ext>
            </a:extLst>
          </p:cNvPr>
          <p:cNvCxnSpPr>
            <a:cxnSpLocks/>
          </p:cNvCxnSpPr>
          <p:nvPr/>
        </p:nvCxnSpPr>
        <p:spPr>
          <a:xfrm>
            <a:off x="3107540" y="935259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D11CE54E-C8F5-80DE-62AF-B37B648D47B1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A7F42D9A-AAA8-20BB-E980-6540D15602A0}"/>
              </a:ext>
            </a:extLst>
          </p:cNvPr>
          <p:cNvCxnSpPr>
            <a:cxnSpLocks/>
          </p:cNvCxnSpPr>
          <p:nvPr/>
        </p:nvCxnSpPr>
        <p:spPr>
          <a:xfrm>
            <a:off x="1615367" y="1499702"/>
            <a:ext cx="273262" cy="397813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0ED22FC2-BC55-72C4-FC43-433448819CA4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A51E088D-1F44-3CB3-948B-AD15FF785945}"/>
              </a:ext>
            </a:extLst>
          </p:cNvPr>
          <p:cNvSpPr/>
          <p:nvPr/>
        </p:nvSpPr>
        <p:spPr>
          <a:xfrm>
            <a:off x="1601561" y="1528874"/>
            <a:ext cx="298388" cy="448613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F6CAD10C-D71C-1244-48F0-F2FF6005FD22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D2F34ABA-558C-68DA-85D0-E456B010B596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934CAEF3-D84C-AC7C-8A9B-A5B4327CC600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7B336815-BC3D-67EE-0FE5-46939B0439D8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16C10AC8-915D-93BB-8015-61868AF0DBCF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9B62D516-352C-2943-CC8F-BBB9AD270547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15006EA6-29DD-3F7B-14E4-ACF0D75DB126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C1CC0CF-7E6B-B151-2CBF-DEA63F46879C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922F9A23-87A7-1BDA-40BA-F42517D6ECFF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72C433CE-8065-B161-08AC-4FBA909E9790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A0685C8F-027F-2504-DEAF-35EBCBC1CEE6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973CA944-34ED-30A5-B962-DB95ACDEAD9A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5C439618-95D7-C7B9-F9FB-54BF19957532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203C6719-9334-DDF7-FFE2-D4D8092BE18C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EBF52AF3-6CFE-A147-91DD-8C981E7BDA8A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066E3A84-4A9D-5CA7-EF6A-04720C916EF5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C0C728CB-B6C3-2825-CC02-290FC9DCF332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FB239234-B58F-FAED-37EB-9BFE5C2032C7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84753B79-00DC-B44B-AD81-0D709CAE31EC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80499777-41F1-195E-4981-4145101A7FBE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0E7A57F6-B06E-9BB9-E457-F9A06323A57B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F1C7D0CF-E5A2-A0DB-A4EE-60FCC3EFB171}"/>
              </a:ext>
            </a:extLst>
          </p:cNvPr>
          <p:cNvSpPr txBox="1"/>
          <p:nvPr/>
        </p:nvSpPr>
        <p:spPr>
          <a:xfrm>
            <a:off x="5605602" y="641603"/>
            <a:ext cx="3396406" cy="37702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 </a:t>
            </a:r>
            <a:r>
              <a:rPr lang="zh-CN" altLang="en-US" sz="700" kern="0" dirty="0">
                <a:solidFill>
                  <a:srgbClr val="000000"/>
                </a:solidFill>
              </a:rPr>
              <a:t>工作车速区间</a:t>
            </a:r>
            <a:r>
              <a:rPr lang="en-US" altLang="zh-CN" sz="700" kern="0" dirty="0">
                <a:solidFill>
                  <a:srgbClr val="000000"/>
                </a:solidFill>
              </a:rPr>
              <a:t>8-35kph </a:t>
            </a:r>
            <a:r>
              <a:rPr lang="zh-CN" altLang="en-US" sz="700" kern="0" dirty="0">
                <a:solidFill>
                  <a:srgbClr val="000000"/>
                </a:solidFill>
              </a:rPr>
              <a:t>左右，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</a:rPr>
              <a:t>所以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激活时</a:t>
            </a:r>
            <a:r>
              <a:rPr lang="en-US" altLang="zh-CN" sz="700" kern="0" dirty="0">
                <a:solidFill>
                  <a:srgbClr val="000000"/>
                </a:solidFill>
              </a:rPr>
              <a:t>,</a:t>
            </a:r>
            <a:r>
              <a:rPr lang="en-US" altLang="zh-CN" sz="7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700" kern="0" dirty="0">
                <a:solidFill>
                  <a:srgbClr val="000000"/>
                </a:solidFill>
              </a:rPr>
              <a:t>/EMB</a:t>
            </a:r>
            <a:r>
              <a:rPr lang="zh-CN" altLang="en-US" sz="700" kern="0" dirty="0">
                <a:solidFill>
                  <a:srgbClr val="000000"/>
                </a:solidFill>
              </a:rPr>
              <a:t>是会请求</a:t>
            </a:r>
            <a:r>
              <a:rPr lang="en-US" altLang="zh-CN" sz="700" kern="0" dirty="0">
                <a:solidFill>
                  <a:srgbClr val="000000"/>
                </a:solidFill>
              </a:rPr>
              <a:t>regen torque</a:t>
            </a:r>
            <a:r>
              <a:rPr lang="zh-CN" altLang="en-US" sz="700" kern="0" dirty="0">
                <a:solidFill>
                  <a:srgbClr val="000000"/>
                </a:solidFill>
              </a:rPr>
              <a:t>的，同时</a:t>
            </a: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也会请求</a:t>
            </a:r>
            <a:r>
              <a:rPr lang="en-US" altLang="zh-CN" sz="700" kern="0" dirty="0">
                <a:solidFill>
                  <a:srgbClr val="000000"/>
                </a:solidFill>
              </a:rPr>
              <a:t>Coasting torque.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为了保证激活握手的平顺性，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激活时（满足踏板制动力</a:t>
            </a:r>
            <a:r>
              <a:rPr lang="en-US" altLang="zh-CN" sz="700" kern="0" dirty="0">
                <a:solidFill>
                  <a:srgbClr val="000000"/>
                </a:solidFill>
              </a:rPr>
              <a:t>+coasting&lt;HDC</a:t>
            </a:r>
            <a:r>
              <a:rPr lang="zh-CN" altLang="en-US" sz="700" kern="0" dirty="0">
                <a:solidFill>
                  <a:srgbClr val="000000"/>
                </a:solidFill>
              </a:rPr>
              <a:t>计算的防溜坡制动力），需要由</a:t>
            </a:r>
            <a:r>
              <a:rPr lang="en-US" altLang="zh-CN" sz="700" kern="0" dirty="0">
                <a:solidFill>
                  <a:srgbClr val="000000"/>
                </a:solidFill>
              </a:rPr>
              <a:t>HDC </a:t>
            </a:r>
            <a:r>
              <a:rPr lang="zh-CN" altLang="en-US" sz="700" kern="0" dirty="0">
                <a:solidFill>
                  <a:srgbClr val="000000"/>
                </a:solidFill>
              </a:rPr>
              <a:t>保证整车不存在突然的减速不足或过度，通过如下两个接口同时保证：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 （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</a:rPr>
              <a:t>/xxx)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</a:rPr>
              <a:t>保证请求值由握手时刻的</a:t>
            </a: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请求的电制动扭矩：</a:t>
            </a: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r>
              <a:rPr lang="en-US" altLang="zh-CN" sz="700" kern="0" dirty="0">
                <a:solidFill>
                  <a:srgbClr val="000000"/>
                </a:solidFill>
              </a:rPr>
              <a:t>/xxx</a:t>
            </a:r>
            <a:r>
              <a:rPr lang="zh-CN" altLang="en-US" sz="700" kern="0" dirty="0">
                <a:solidFill>
                  <a:srgbClr val="000000"/>
                </a:solidFill>
              </a:rPr>
              <a:t>作为初始值发送请求给</a:t>
            </a: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请求的液压制动扭矩 </a:t>
            </a:r>
            <a:r>
              <a:rPr lang="en-US" altLang="zh-CN" sz="700" kern="0" dirty="0">
                <a:solidFill>
                  <a:srgbClr val="000000"/>
                </a:solidFill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700" b="1" kern="0" dirty="0">
                <a:solidFill>
                  <a:srgbClr val="000000"/>
                </a:solidFill>
              </a:rPr>
              <a:t>)</a:t>
            </a:r>
            <a:r>
              <a:rPr lang="en-US" altLang="zh-CN" sz="700" kern="0" dirty="0">
                <a:solidFill>
                  <a:srgbClr val="000000"/>
                </a:solidFill>
              </a:rPr>
              <a:t> = HDC</a:t>
            </a:r>
            <a:r>
              <a:rPr lang="zh-CN" altLang="en-US" sz="700" kern="0" dirty="0">
                <a:solidFill>
                  <a:srgbClr val="000000"/>
                </a:solidFill>
              </a:rPr>
              <a:t>计算的防溜坡制动力 </a:t>
            </a:r>
            <a:r>
              <a:rPr lang="en-US" altLang="zh-CN" sz="700" kern="0" dirty="0">
                <a:solidFill>
                  <a:srgbClr val="000000"/>
                </a:solidFill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HDCDecelTorqSum</a:t>
            </a:r>
            <a:r>
              <a:rPr lang="en-US" altLang="zh-CN" sz="700" kern="0" dirty="0">
                <a:solidFill>
                  <a:srgbClr val="000000"/>
                </a:solidFill>
              </a:rPr>
              <a:t>)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- 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请求的电制动扭矩（</a:t>
            </a:r>
            <a:r>
              <a:rPr lang="en-US" altLang="zh-CN" sz="700" kern="0" dirty="0">
                <a:solidFill>
                  <a:srgbClr val="000000"/>
                </a:solidFill>
              </a:rPr>
              <a:t>sum(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</a:rPr>
              <a:t>/xxx))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lvl="1"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为了保证退出握手的平顺性，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即将退出时（因为驾驶员踩制动踏板调速），会将控制接口的请求恢复到驾驶员自身请求的制动扭矩：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 （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</a:rPr>
              <a:t>/xxx)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  <a:r>
              <a:rPr lang="zh-CN" altLang="en-US" sz="700" kern="0" dirty="0">
                <a:solidFill>
                  <a:srgbClr val="000000"/>
                </a:solidFill>
              </a:rPr>
              <a:t>会恢复到</a:t>
            </a: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请求的电制动扭矩：</a:t>
            </a: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r>
              <a:rPr lang="en-US" altLang="zh-CN" sz="700" kern="0" dirty="0">
                <a:solidFill>
                  <a:srgbClr val="000000"/>
                </a:solidFill>
              </a:rPr>
              <a:t>/xxx</a:t>
            </a: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请求的液压制动扭矩 </a:t>
            </a:r>
            <a:r>
              <a:rPr lang="en-US" altLang="zh-CN" sz="700" kern="0" dirty="0">
                <a:solidFill>
                  <a:srgbClr val="000000"/>
                </a:solidFill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700" b="1" kern="0" dirty="0">
                <a:solidFill>
                  <a:srgbClr val="000000"/>
                </a:solidFill>
              </a:rPr>
              <a:t>)</a:t>
            </a:r>
            <a:r>
              <a:rPr lang="en-US" altLang="zh-CN" sz="700" kern="0" dirty="0">
                <a:solidFill>
                  <a:srgbClr val="000000"/>
                </a:solidFill>
              </a:rPr>
              <a:t> = HDC</a:t>
            </a:r>
            <a:r>
              <a:rPr lang="zh-CN" altLang="en-US" sz="700" kern="0" dirty="0">
                <a:solidFill>
                  <a:srgbClr val="000000"/>
                </a:solidFill>
              </a:rPr>
              <a:t>计算的防溜坡制动力 </a:t>
            </a:r>
            <a:r>
              <a:rPr lang="en-US" altLang="zh-CN" sz="700" kern="0" dirty="0">
                <a:solidFill>
                  <a:srgbClr val="000000"/>
                </a:solidFill>
              </a:rPr>
              <a:t>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HDCDecelTorqSum</a:t>
            </a:r>
            <a:r>
              <a:rPr lang="en-US" altLang="zh-CN" sz="700" kern="0" dirty="0">
                <a:solidFill>
                  <a:srgbClr val="000000"/>
                </a:solidFill>
              </a:rPr>
              <a:t>)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- 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请求的电制动扭矩（</a:t>
            </a:r>
            <a:r>
              <a:rPr lang="en-US" altLang="zh-CN" sz="700" kern="0" dirty="0">
                <a:solidFill>
                  <a:srgbClr val="000000"/>
                </a:solidFill>
              </a:rPr>
              <a:t>sum(</a:t>
            </a:r>
            <a:r>
              <a:rPr lang="en-US" altLang="zh-CN" sz="7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700" b="1" kern="0" dirty="0">
                <a:solidFill>
                  <a:srgbClr val="000000"/>
                </a:solidFill>
              </a:rPr>
              <a:t>/xxx))</a:t>
            </a:r>
            <a:r>
              <a:rPr lang="en-US" altLang="zh-CN" sz="700" kern="0" dirty="0">
                <a:solidFill>
                  <a:srgbClr val="000000"/>
                </a:solidFill>
              </a:rPr>
              <a:t> </a:t>
            </a: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VMC HDC</a:t>
            </a:r>
            <a:r>
              <a:rPr lang="zh-CN" altLang="en-US" sz="700" kern="0" dirty="0">
                <a:solidFill>
                  <a:srgbClr val="000000"/>
                </a:solidFill>
              </a:rPr>
              <a:t>端： 保证整个激活过程中，电制动</a:t>
            </a:r>
            <a:r>
              <a:rPr lang="en-US" altLang="zh-CN" sz="700" kern="0" dirty="0">
                <a:solidFill>
                  <a:srgbClr val="000000"/>
                </a:solidFill>
              </a:rPr>
              <a:t>+</a:t>
            </a:r>
            <a:r>
              <a:rPr lang="zh-CN" altLang="en-US" sz="700" kern="0" dirty="0">
                <a:solidFill>
                  <a:srgbClr val="000000"/>
                </a:solidFill>
              </a:rPr>
              <a:t>液压制动的合力与坡道力平衡，车辆稳定下坡。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>
                <a:solidFill>
                  <a:srgbClr val="000000"/>
                </a:solidFill>
              </a:rPr>
              <a:t>VCU</a:t>
            </a:r>
            <a:r>
              <a:rPr lang="zh-CN" altLang="en-US" sz="7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000000"/>
                </a:solidFill>
              </a:rPr>
              <a:t>制动端仲裁：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</a:rPr>
              <a:t>VMC</a:t>
            </a:r>
            <a:r>
              <a:rPr lang="zh-CN" altLang="en-US" sz="700" kern="0" dirty="0">
                <a:solidFill>
                  <a:srgbClr val="000000"/>
                </a:solidFill>
              </a:rPr>
              <a:t> </a:t>
            </a:r>
            <a:r>
              <a:rPr lang="en-US" altLang="zh-CN" sz="700" kern="0" dirty="0">
                <a:solidFill>
                  <a:srgbClr val="000000"/>
                </a:solidFill>
              </a:rPr>
              <a:t>HDC</a:t>
            </a:r>
            <a:r>
              <a:rPr lang="zh-CN" altLang="en-US" sz="700" kern="0" dirty="0">
                <a:solidFill>
                  <a:srgbClr val="000000"/>
                </a:solidFill>
              </a:rPr>
              <a:t>请求的制动扭矩仅为液压制动（制动不可以分配</a:t>
            </a:r>
            <a:r>
              <a:rPr lang="en-US" altLang="zh-CN" sz="700" kern="0" dirty="0">
                <a:solidFill>
                  <a:srgbClr val="000000"/>
                </a:solidFill>
              </a:rPr>
              <a:t>regen</a:t>
            </a:r>
            <a:r>
              <a:rPr lang="zh-CN" altLang="en-US" sz="700" kern="0" dirty="0">
                <a:solidFill>
                  <a:srgbClr val="000000"/>
                </a:solidFill>
              </a:rPr>
              <a:t>）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AEB/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驾驶员紧急制动请求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en-US" altLang="zh-CN" sz="700" kern="0" dirty="0">
                <a:solidFill>
                  <a:srgbClr val="000000"/>
                </a:solidFill>
              </a:rPr>
              <a:t>VMC HDC </a:t>
            </a:r>
            <a:r>
              <a:rPr lang="zh-CN" altLang="en-US" sz="700" kern="0" dirty="0">
                <a:solidFill>
                  <a:srgbClr val="000000"/>
                </a:solidFill>
              </a:rPr>
              <a:t>制动请求</a:t>
            </a:r>
            <a:r>
              <a:rPr lang="en-US" altLang="zh-CN" sz="700" kern="0" dirty="0">
                <a:solidFill>
                  <a:srgbClr val="000000"/>
                </a:solidFill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</a:rPr>
              <a:t>驾驶员常规制动踏板请求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C48340CE-07F6-9539-2D02-437C872FF12C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FA5F52E6-E4E8-71F7-8EB4-0975D51EA567}"/>
              </a:ext>
            </a:extLst>
          </p:cNvPr>
          <p:cNvCxnSpPr>
            <a:cxnSpLocks/>
          </p:cNvCxnSpPr>
          <p:nvPr/>
        </p:nvCxnSpPr>
        <p:spPr>
          <a:xfrm>
            <a:off x="706439" y="1704975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8967AEF6-1129-24A4-D77C-493276A93AB2}"/>
              </a:ext>
            </a:extLst>
          </p:cNvPr>
          <p:cNvCxnSpPr>
            <a:cxnSpLocks/>
          </p:cNvCxnSpPr>
          <p:nvPr/>
        </p:nvCxnSpPr>
        <p:spPr>
          <a:xfrm>
            <a:off x="1586505" y="1702348"/>
            <a:ext cx="295381" cy="298439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AE771F04-CD70-3B38-E2E6-9AB2C6F554E1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56A68327-34AD-C8C5-A726-D921BF823FD6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B729E4A9-76EE-A6E9-CC3C-4A68788D0366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B6129D82-021A-8640-5AED-6A57A6368FE0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198F454F-7CA3-583D-6F17-6282B6449C9E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5D0408E6-F446-1E36-2F81-AD6DA1E2050C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4F65615A-7648-FE57-7CAA-93A4C3796B84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9" name="Gerader Verbinder 26">
            <a:extLst>
              <a:ext uri="{FF2B5EF4-FFF2-40B4-BE49-F238E27FC236}">
                <a16:creationId xmlns:a16="http://schemas.microsoft.com/office/drawing/2014/main" id="{5E840D05-66A4-80B5-D201-7709FD5F0FD9}"/>
              </a:ext>
            </a:extLst>
          </p:cNvPr>
          <p:cNvCxnSpPr>
            <a:cxnSpLocks/>
          </p:cNvCxnSpPr>
          <p:nvPr/>
        </p:nvCxnSpPr>
        <p:spPr>
          <a:xfrm>
            <a:off x="1897872" y="2534887"/>
            <a:ext cx="1068048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3876BF43-3C94-BD99-7ADD-FF6301940DC6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53F82F2E-3666-81F0-07F5-386A7F96A152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150DE681-7E1F-4ACE-45D4-4149E2A2E165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C3622670-CC9A-6342-C2FD-24817CFAEBB3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1A68CC5C-A269-6E8D-8996-432C190DAFAC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A1D7D191-2802-5AE3-C1C8-2EE49489C9F1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5B69867A-6D40-5F58-49D7-DC7B49357F2E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8A052406-5C4B-F74E-E2CE-62096490182D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1106472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31D04838-FD52-64FC-B6ED-BFC8A78A6722}"/>
              </a:ext>
            </a:extLst>
          </p:cNvPr>
          <p:cNvCxnSpPr>
            <a:cxnSpLocks/>
          </p:cNvCxnSpPr>
          <p:nvPr/>
        </p:nvCxnSpPr>
        <p:spPr>
          <a:xfrm flipV="1">
            <a:off x="2988225" y="3041584"/>
            <a:ext cx="285980" cy="257464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96554953-336D-D833-A157-FC7BEFF4BB92}"/>
              </a:ext>
            </a:extLst>
          </p:cNvPr>
          <p:cNvCxnSpPr>
            <a:cxnSpLocks/>
          </p:cNvCxnSpPr>
          <p:nvPr/>
        </p:nvCxnSpPr>
        <p:spPr>
          <a:xfrm>
            <a:off x="3285126" y="3036619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822EF8AD-4717-BBBD-FB64-CF146F4AF00F}"/>
              </a:ext>
            </a:extLst>
          </p:cNvPr>
          <p:cNvSpPr/>
          <p:nvPr/>
        </p:nvSpPr>
        <p:spPr>
          <a:xfrm>
            <a:off x="1763036" y="1713497"/>
            <a:ext cx="1368000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032ED2D-45A9-AFE5-98A2-0372BD211942}"/>
              </a:ext>
            </a:extLst>
          </p:cNvPr>
          <p:cNvSpPr/>
          <p:nvPr/>
        </p:nvSpPr>
        <p:spPr>
          <a:xfrm>
            <a:off x="1896974" y="2456465"/>
            <a:ext cx="1080898" cy="137006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E6674F2-1B74-B27F-D8C1-34BE9E81EFCF}"/>
              </a:ext>
            </a:extLst>
          </p:cNvPr>
          <p:cNvSpPr/>
          <p:nvPr/>
        </p:nvSpPr>
        <p:spPr>
          <a:xfrm>
            <a:off x="1898945" y="3246798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7" name="加号 96">
            <a:extLst>
              <a:ext uri="{FF2B5EF4-FFF2-40B4-BE49-F238E27FC236}">
                <a16:creationId xmlns:a16="http://schemas.microsoft.com/office/drawing/2014/main" id="{1A94ED04-CC50-2363-6227-BDEC235ACC87}"/>
              </a:ext>
            </a:extLst>
          </p:cNvPr>
          <p:cNvSpPr/>
          <p:nvPr/>
        </p:nvSpPr>
        <p:spPr>
          <a:xfrm>
            <a:off x="4750085" y="3643507"/>
            <a:ext cx="266323" cy="258167"/>
          </a:xfrm>
          <a:prstGeom prst="mathPlus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DC24152-A98A-A47C-AF09-DBFA95DE0C3B}"/>
              </a:ext>
            </a:extLst>
          </p:cNvPr>
          <p:cNvSpPr/>
          <p:nvPr/>
        </p:nvSpPr>
        <p:spPr>
          <a:xfrm>
            <a:off x="4205355" y="4447849"/>
            <a:ext cx="1366548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0" name="等号 99">
            <a:extLst>
              <a:ext uri="{FF2B5EF4-FFF2-40B4-BE49-F238E27FC236}">
                <a16:creationId xmlns:a16="http://schemas.microsoft.com/office/drawing/2014/main" id="{792E2CD0-7972-626F-D402-EBB912A1FC79}"/>
              </a:ext>
            </a:extLst>
          </p:cNvPr>
          <p:cNvSpPr/>
          <p:nvPr/>
        </p:nvSpPr>
        <p:spPr>
          <a:xfrm>
            <a:off x="4775613" y="4226173"/>
            <a:ext cx="233665" cy="136512"/>
          </a:xfrm>
          <a:prstGeom prst="mathEqual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F9C26DDC-8810-87BF-3D43-C376919D75E2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F750976F-62F9-5F19-C866-4D4606AB7611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2B475DE7-0E6E-B6ED-1427-B55939C4AD73}"/>
              </a:ext>
            </a:extLst>
          </p:cNvPr>
          <p:cNvSpPr/>
          <p:nvPr/>
        </p:nvSpPr>
        <p:spPr>
          <a:xfrm>
            <a:off x="2984863" y="3187337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48CC6197-319B-D6E4-5EF4-59D12ADC4641}"/>
              </a:ext>
            </a:extLst>
          </p:cNvPr>
          <p:cNvSpPr/>
          <p:nvPr/>
        </p:nvSpPr>
        <p:spPr>
          <a:xfrm>
            <a:off x="2984863" y="2462349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9964B521-B24C-C4D1-4F54-4300D1CB2A2A}"/>
              </a:ext>
            </a:extLst>
          </p:cNvPr>
          <p:cNvGrpSpPr/>
          <p:nvPr/>
        </p:nvGrpSpPr>
        <p:grpSpPr>
          <a:xfrm>
            <a:off x="4213366" y="3404661"/>
            <a:ext cx="1358537" cy="137006"/>
            <a:chOff x="6539970" y="3164081"/>
            <a:chExt cx="1358537" cy="137006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86919484-343E-93DC-0F63-B5A76842EE7C}"/>
                </a:ext>
              </a:extLst>
            </p:cNvPr>
            <p:cNvSpPr/>
            <p:nvPr/>
          </p:nvSpPr>
          <p:spPr>
            <a:xfrm>
              <a:off x="6679990" y="3164081"/>
              <a:ext cx="1080898" cy="137006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09" name="任意多边形: 形状 108">
              <a:extLst>
                <a:ext uri="{FF2B5EF4-FFF2-40B4-BE49-F238E27FC236}">
                  <a16:creationId xmlns:a16="http://schemas.microsoft.com/office/drawing/2014/main" id="{3EE24437-C0FB-6B9A-A786-9ACAD83A308F}"/>
                </a:ext>
              </a:extLst>
            </p:cNvPr>
            <p:cNvSpPr/>
            <p:nvPr/>
          </p:nvSpPr>
          <p:spPr>
            <a:xfrm>
              <a:off x="6539970" y="3169965"/>
              <a:ext cx="137160" cy="130629"/>
            </a:xfrm>
            <a:custGeom>
              <a:avLst/>
              <a:gdLst>
                <a:gd name="csX0" fmla="*/ 0 w 137160"/>
                <a:gd name="csY0" fmla="*/ 124097 h 130629"/>
                <a:gd name="csX1" fmla="*/ 137160 w 137160"/>
                <a:gd name="csY1" fmla="*/ 130629 h 130629"/>
                <a:gd name="csX2" fmla="*/ 137160 w 137160"/>
                <a:gd name="csY2" fmla="*/ 0 h 130629"/>
                <a:gd name="csX3" fmla="*/ 0 w 137160"/>
                <a:gd name="csY3" fmla="*/ 32657 h 130629"/>
                <a:gd name="csX4" fmla="*/ 0 w 137160"/>
                <a:gd name="csY4" fmla="*/ 124097 h 1306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60" h="130629">
                  <a:moveTo>
                    <a:pt x="0" y="124097"/>
                  </a:moveTo>
                  <a:lnTo>
                    <a:pt x="137160" y="130629"/>
                  </a:lnTo>
                  <a:lnTo>
                    <a:pt x="137160" y="0"/>
                  </a:lnTo>
                  <a:lnTo>
                    <a:pt x="0" y="32657"/>
                  </a:lnTo>
                  <a:lnTo>
                    <a:pt x="0" y="124097"/>
                  </a:lnTo>
                  <a:close/>
                </a:path>
              </a:pathLst>
            </a:custGeom>
            <a:solidFill>
              <a:srgbClr val="FFD8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110" name="任意多边形: 形状 109">
              <a:extLst>
                <a:ext uri="{FF2B5EF4-FFF2-40B4-BE49-F238E27FC236}">
                  <a16:creationId xmlns:a16="http://schemas.microsoft.com/office/drawing/2014/main" id="{03F68472-894E-A734-43A9-8D69FC42BC67}"/>
                </a:ext>
              </a:extLst>
            </p:cNvPr>
            <p:cNvSpPr/>
            <p:nvPr/>
          </p:nvSpPr>
          <p:spPr>
            <a:xfrm>
              <a:off x="7767879" y="3169965"/>
              <a:ext cx="130628" cy="130628"/>
            </a:xfrm>
            <a:custGeom>
              <a:avLst/>
              <a:gdLst>
                <a:gd name="csX0" fmla="*/ 0 w 130628"/>
                <a:gd name="csY0" fmla="*/ 0 h 130628"/>
                <a:gd name="csX1" fmla="*/ 0 w 130628"/>
                <a:gd name="csY1" fmla="*/ 130628 h 130628"/>
                <a:gd name="csX2" fmla="*/ 130628 w 130628"/>
                <a:gd name="csY2" fmla="*/ 130628 h 130628"/>
                <a:gd name="csX3" fmla="*/ 130628 w 130628"/>
                <a:gd name="csY3" fmla="*/ 58782 h 130628"/>
                <a:gd name="csX4" fmla="*/ 0 w 130628"/>
                <a:gd name="csY4" fmla="*/ 0 h 1306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0628" h="130628">
                  <a:moveTo>
                    <a:pt x="0" y="0"/>
                  </a:moveTo>
                  <a:lnTo>
                    <a:pt x="0" y="130628"/>
                  </a:lnTo>
                  <a:lnTo>
                    <a:pt x="130628" y="130628"/>
                  </a:lnTo>
                  <a:lnTo>
                    <a:pt x="130628" y="587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8FF">
                <a:alpha val="69804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ED94BEFB-C84E-2B4C-533F-96BFA3D47FDD}"/>
              </a:ext>
            </a:extLst>
          </p:cNvPr>
          <p:cNvSpPr/>
          <p:nvPr/>
        </p:nvSpPr>
        <p:spPr>
          <a:xfrm>
            <a:off x="4350526" y="3980689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6F57CE34-CD0E-7A8F-2065-D4941E4C1032}"/>
              </a:ext>
            </a:extLst>
          </p:cNvPr>
          <p:cNvSpPr/>
          <p:nvPr/>
        </p:nvSpPr>
        <p:spPr>
          <a:xfrm>
            <a:off x="4215066" y="391469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62B1A8F8-8D3F-FD0D-D6DD-5E2FB3A4630E}"/>
              </a:ext>
            </a:extLst>
          </p:cNvPr>
          <p:cNvSpPr/>
          <p:nvPr/>
        </p:nvSpPr>
        <p:spPr>
          <a:xfrm>
            <a:off x="5436444" y="3921228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7151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C99036B-FE89-B491-FC61-AE3540D6E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87C89F-06D9-6040-010D-E2458A25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09DA556-C78B-7389-409A-D15124211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75128CE-BCF3-5957-15AA-D9920308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7</a:t>
            </a:fld>
            <a:endParaRPr lang="de-DE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C4812E0-2502-285A-3E97-529445D539AE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8E6BDAE-761C-360C-AB43-DE3707051419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6FB7222-0229-1AD8-4CCD-7270DC0D6B38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E3F2F8A1-AE50-7B07-31BA-EE2BAB391E8D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203BAD-0A77-40B4-B8FE-428A9E5CF3B3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D9B8860-1010-F2F7-2046-9C6A7F490BC6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B2C305-9DE5-855A-00BC-B5840BDC4520}"/>
              </a:ext>
            </a:extLst>
          </p:cNvPr>
          <p:cNvSpPr/>
          <p:nvPr/>
        </p:nvSpPr>
        <p:spPr>
          <a:xfrm>
            <a:off x="3275819" y="1733001"/>
            <a:ext cx="920354" cy="26853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9DFB87D-3075-BD97-C601-268729CE96A0}"/>
              </a:ext>
            </a:extLst>
          </p:cNvPr>
          <p:cNvSpPr/>
          <p:nvPr/>
        </p:nvSpPr>
        <p:spPr>
          <a:xfrm>
            <a:off x="2981225" y="1740247"/>
            <a:ext cx="290383" cy="263338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8581FCFF-21A4-6B88-7A92-94A4239662B8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5A64B1B4-99F3-B084-6650-1AA6E69DF9C6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B6D176AE-691A-6043-40CE-8D2612D82190}"/>
              </a:ext>
            </a:extLst>
          </p:cNvPr>
          <p:cNvSpPr/>
          <p:nvPr/>
        </p:nvSpPr>
        <p:spPr>
          <a:xfrm>
            <a:off x="1603446" y="1726783"/>
            <a:ext cx="278440" cy="270620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A7A75267-6B2B-CBF9-8F77-5E780CF2F418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AAA07C8E-CAAA-BC3B-AE26-DD7BDE3AAC9C}"/>
              </a:ext>
            </a:extLst>
          </p:cNvPr>
          <p:cNvSpPr/>
          <p:nvPr/>
        </p:nvSpPr>
        <p:spPr>
          <a:xfrm>
            <a:off x="680422" y="1726783"/>
            <a:ext cx="917252" cy="264537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A600AA8D-4C5A-6DB8-C74E-A815D17E2347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6832E01F-0CB4-C9FB-466F-82C9615F13CA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201046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A72AF0B7-1DC2-D3F3-8710-3850AF4BA8EC}"/>
              </a:ext>
            </a:extLst>
          </p:cNvPr>
          <p:cNvSpPr txBox="1"/>
          <p:nvPr/>
        </p:nvSpPr>
        <p:spPr>
          <a:xfrm rot="16200000">
            <a:off x="-55022" y="1140686"/>
            <a:ext cx="85025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800" b="1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b="1" kern="0" dirty="0">
                <a:solidFill>
                  <a:srgbClr val="000000"/>
                </a:solidFill>
              </a:rPr>
              <a:t>请求扭矩</a:t>
            </a:r>
            <a:endParaRPr kumimoji="0" lang="de-DE" sz="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E4235738-6EC2-208A-1C9C-55F6C4B269C0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D949346D-48B5-BEBA-05DF-1B5D29D4035E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E535ED97-1F57-36E2-5121-C4EFE097B9C1}"/>
              </a:ext>
            </a:extLst>
          </p:cNvPr>
          <p:cNvSpPr txBox="1"/>
          <p:nvPr/>
        </p:nvSpPr>
        <p:spPr>
          <a:xfrm rot="16200000">
            <a:off x="32016" y="2808270"/>
            <a:ext cx="85025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</a:p>
          <a:p>
            <a:r>
              <a:rPr lang="zh-CN" altLang="en-US" sz="800" dirty="0">
                <a:solidFill>
                  <a:srgbClr val="FF0000"/>
                </a:solidFill>
              </a:rPr>
              <a:t>（纯液压）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5145CDC5-1CAA-731A-50CD-2A75BFCA2A5E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A901B6F6-FFC4-9859-30B2-3684AB692D0E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6250CDFB-DF41-17F4-9D9C-655A5BDB861D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7F4E51A4-A5AD-2B3A-BC94-92419472E3D0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7B85032C-5397-8513-C1B0-7D14148DC02D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17B0B3A5-89DD-B0D7-349C-EA5EA0FA560C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9A8E6BC4-0535-69C9-1E21-6289743B9DE5}"/>
              </a:ext>
            </a:extLst>
          </p:cNvPr>
          <p:cNvCxnSpPr>
            <a:cxnSpLocks/>
            <a:endCxn id="50" idx="2"/>
          </p:cNvCxnSpPr>
          <p:nvPr/>
        </p:nvCxnSpPr>
        <p:spPr>
          <a:xfrm>
            <a:off x="1597097" y="1601993"/>
            <a:ext cx="284789" cy="392263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609EF7D2-BB18-D05A-3157-90CA41280730}"/>
              </a:ext>
            </a:extLst>
          </p:cNvPr>
          <p:cNvSpPr txBox="1"/>
          <p:nvPr/>
        </p:nvSpPr>
        <p:spPr>
          <a:xfrm rot="16200000">
            <a:off x="30825" y="2027460"/>
            <a:ext cx="658117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b="1" kern="0" dirty="0"/>
              <a:t>VCU -&gt; MCU </a:t>
            </a:r>
            <a:r>
              <a:rPr lang="zh-CN" altLang="en-US" sz="700" b="1" kern="0" dirty="0">
                <a:solidFill>
                  <a:srgbClr val="00B050"/>
                </a:solidFill>
              </a:rPr>
              <a:t>（</a:t>
            </a:r>
            <a:r>
              <a:rPr lang="en-US" altLang="zh-CN" sz="700" b="1" kern="0" dirty="0">
                <a:solidFill>
                  <a:srgbClr val="00B050"/>
                </a:solidFill>
              </a:rPr>
              <a:t>coasting + </a:t>
            </a:r>
            <a:r>
              <a:rPr lang="en-US" altLang="zh-CN" sz="700" b="1" kern="0" dirty="0">
                <a:solidFill>
                  <a:srgbClr val="0070C0"/>
                </a:solidFill>
              </a:rPr>
              <a:t>regen</a:t>
            </a:r>
            <a:r>
              <a:rPr lang="zh-CN" altLang="en-US" sz="700" b="1" kern="0" dirty="0">
                <a:solidFill>
                  <a:srgbClr val="00B050"/>
                </a:solidFill>
              </a:rPr>
              <a:t>）</a:t>
            </a:r>
            <a:endParaRPr kumimoji="0" lang="de-DE" sz="700" b="1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A6DD1404-8E66-45E8-C70F-0441D7579575}"/>
              </a:ext>
            </a:extLst>
          </p:cNvPr>
          <p:cNvCxnSpPr>
            <a:cxnSpLocks/>
            <a:stCxn id="154" idx="1"/>
          </p:cNvCxnSpPr>
          <p:nvPr/>
        </p:nvCxnSpPr>
        <p:spPr>
          <a:xfrm flipV="1">
            <a:off x="2981225" y="1626576"/>
            <a:ext cx="269393" cy="383892"/>
          </a:xfrm>
          <a:prstGeom prst="line">
            <a:avLst/>
          </a:prstGeom>
          <a:noFill/>
          <a:ln w="1905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3DF3E6F7-D7E8-55EC-9FE6-A953E4B26322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FB9F9C72-30E5-DF2C-D8C4-5FA820DBE5F0}"/>
              </a:ext>
            </a:extLst>
          </p:cNvPr>
          <p:cNvCxnSpPr>
            <a:cxnSpLocks/>
          </p:cNvCxnSpPr>
          <p:nvPr/>
        </p:nvCxnSpPr>
        <p:spPr>
          <a:xfrm>
            <a:off x="3107540" y="935259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90C2DEF1-6CF2-9986-E79C-21C0834A9EEA}"/>
              </a:ext>
            </a:extLst>
          </p:cNvPr>
          <p:cNvCxnSpPr>
            <a:cxnSpLocks/>
          </p:cNvCxnSpPr>
          <p:nvPr/>
        </p:nvCxnSpPr>
        <p:spPr>
          <a:xfrm>
            <a:off x="720736" y="1496253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856E5CE5-5E34-DF27-58CA-1860A119BEC4}"/>
              </a:ext>
            </a:extLst>
          </p:cNvPr>
          <p:cNvCxnSpPr>
            <a:cxnSpLocks/>
          </p:cNvCxnSpPr>
          <p:nvPr/>
        </p:nvCxnSpPr>
        <p:spPr>
          <a:xfrm>
            <a:off x="1615367" y="1499702"/>
            <a:ext cx="273262" cy="397813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7C3ABE85-C89C-09F7-64CD-3344837C0782}"/>
              </a:ext>
            </a:extLst>
          </p:cNvPr>
          <p:cNvSpPr/>
          <p:nvPr/>
        </p:nvSpPr>
        <p:spPr>
          <a:xfrm>
            <a:off x="701143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2DE15AE4-1975-9351-C812-0B82642B2737}"/>
              </a:ext>
            </a:extLst>
          </p:cNvPr>
          <p:cNvSpPr/>
          <p:nvPr/>
        </p:nvSpPr>
        <p:spPr>
          <a:xfrm>
            <a:off x="1601561" y="1528874"/>
            <a:ext cx="298388" cy="448613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B131CA6C-26F9-A233-3CA7-F854B778AF52}"/>
              </a:ext>
            </a:extLst>
          </p:cNvPr>
          <p:cNvCxnSpPr>
            <a:cxnSpLocks/>
            <a:stCxn id="154" idx="0"/>
          </p:cNvCxnSpPr>
          <p:nvPr/>
        </p:nvCxnSpPr>
        <p:spPr>
          <a:xfrm flipV="1">
            <a:off x="2975046" y="1526488"/>
            <a:ext cx="282555" cy="403662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8AD8492B-020E-D0AD-531F-05CDE478CD43}"/>
              </a:ext>
            </a:extLst>
          </p:cNvPr>
          <p:cNvCxnSpPr>
            <a:cxnSpLocks/>
          </p:cNvCxnSpPr>
          <p:nvPr/>
        </p:nvCxnSpPr>
        <p:spPr>
          <a:xfrm>
            <a:off x="3257601" y="1500364"/>
            <a:ext cx="936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D01DEAC5-0B74-2835-6309-407751D7A2FF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EC637102-D461-1457-D30D-178271A9E0E3}"/>
              </a:ext>
            </a:extLst>
          </p:cNvPr>
          <p:cNvSpPr/>
          <p:nvPr/>
        </p:nvSpPr>
        <p:spPr>
          <a:xfrm>
            <a:off x="2975046" y="152237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578A2A43-0882-7B58-FA61-91547D6EFEF2}"/>
              </a:ext>
            </a:extLst>
          </p:cNvPr>
          <p:cNvSpPr/>
          <p:nvPr/>
        </p:nvSpPr>
        <p:spPr>
          <a:xfrm>
            <a:off x="3272409" y="3058483"/>
            <a:ext cx="897869" cy="253842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93FC452A-25BB-53E4-1ECC-D4F5E2046A4D}"/>
              </a:ext>
            </a:extLst>
          </p:cNvPr>
          <p:cNvSpPr/>
          <p:nvPr/>
        </p:nvSpPr>
        <p:spPr>
          <a:xfrm>
            <a:off x="2979024" y="3068356"/>
            <a:ext cx="290383" cy="251953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A48E8FB9-0DDD-8459-55D2-65503F9FB642}"/>
              </a:ext>
            </a:extLst>
          </p:cNvPr>
          <p:cNvSpPr/>
          <p:nvPr/>
        </p:nvSpPr>
        <p:spPr>
          <a:xfrm>
            <a:off x="1594112" y="3058483"/>
            <a:ext cx="278440" cy="2480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4967D528-39E6-63B2-474D-31414859FE21}"/>
              </a:ext>
            </a:extLst>
          </p:cNvPr>
          <p:cNvSpPr/>
          <p:nvPr/>
        </p:nvSpPr>
        <p:spPr>
          <a:xfrm>
            <a:off x="693373" y="3025738"/>
            <a:ext cx="891724" cy="284414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8" name="Textfeld 40">
            <a:extLst>
              <a:ext uri="{FF2B5EF4-FFF2-40B4-BE49-F238E27FC236}">
                <a16:creationId xmlns:a16="http://schemas.microsoft.com/office/drawing/2014/main" id="{710656C4-39CC-0866-441B-38BF42A404D0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40DEFE5E-71DA-EF30-2DA4-9B07B0786E3A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F0B5F63A-1D29-2A8C-6F47-C277679C855B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6739F23C-1C6E-7DD2-70B9-713E5C0CD926}"/>
              </a:ext>
            </a:extLst>
          </p:cNvPr>
          <p:cNvCxnSpPr>
            <a:cxnSpLocks/>
          </p:cNvCxnSpPr>
          <p:nvPr/>
        </p:nvCxnSpPr>
        <p:spPr>
          <a:xfrm flipH="1">
            <a:off x="680422" y="4733866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92DB6335-8870-F8F0-0C7B-FAFA3D5A615D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9B8B425C-3439-64A2-5BB9-BE96318A7EF7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0775AEF1-3172-3A41-D43F-F80662F1C19E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0805197F-419E-BA25-9F61-BDFC9DD0E70A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C763A941-7DA2-6601-9B14-E1DFE1E6B3ED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BA02D40D-5216-A591-075A-4E311C5F0D70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749F3107-16B7-EEB8-0C7F-FA867A1C59AA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0B317BB2-CAC4-7914-3B2C-F765CEF368D6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37FE5FCB-D833-5BAF-1AD2-5BD50B11B5D4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99AD4846-B888-7293-6CD9-4F76398BC068}"/>
              </a:ext>
            </a:extLst>
          </p:cNvPr>
          <p:cNvSpPr txBox="1"/>
          <p:nvPr/>
        </p:nvSpPr>
        <p:spPr>
          <a:xfrm>
            <a:off x="4795614" y="992991"/>
            <a:ext cx="4075911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 </a:t>
            </a:r>
            <a:r>
              <a:rPr lang="zh-CN" altLang="en-US" sz="800" kern="0" dirty="0">
                <a:solidFill>
                  <a:srgbClr val="000000"/>
                </a:solidFill>
              </a:rPr>
              <a:t>工作车速区间</a:t>
            </a:r>
            <a:r>
              <a:rPr lang="en-US" altLang="zh-CN" sz="800" kern="0" dirty="0">
                <a:solidFill>
                  <a:srgbClr val="000000"/>
                </a:solidFill>
              </a:rPr>
              <a:t>8-35kph </a:t>
            </a:r>
            <a:r>
              <a:rPr lang="zh-CN" altLang="en-US" sz="800" kern="0" dirty="0">
                <a:solidFill>
                  <a:srgbClr val="000000"/>
                </a:solidFill>
              </a:rPr>
              <a:t>左右，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所以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</a:t>
            </a:r>
            <a:r>
              <a:rPr lang="en-US" altLang="zh-CN" sz="800" kern="0" dirty="0">
                <a:solidFill>
                  <a:srgbClr val="000000"/>
                </a:solidFill>
              </a:rPr>
              <a:t>,</a:t>
            </a:r>
            <a:r>
              <a:rPr lang="en-US" altLang="zh-CN" sz="8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800" kern="0" dirty="0">
                <a:solidFill>
                  <a:srgbClr val="000000"/>
                </a:solidFill>
              </a:rPr>
              <a:t>/EMB</a:t>
            </a:r>
            <a:r>
              <a:rPr lang="zh-CN" altLang="en-US" sz="800" kern="0" dirty="0">
                <a:solidFill>
                  <a:srgbClr val="000000"/>
                </a:solidFill>
              </a:rPr>
              <a:t>是会请求</a:t>
            </a:r>
            <a:r>
              <a:rPr lang="en-US" altLang="zh-CN" sz="800" kern="0" dirty="0">
                <a:solidFill>
                  <a:srgbClr val="000000"/>
                </a:solidFill>
              </a:rPr>
              <a:t>regen torque</a:t>
            </a:r>
            <a:r>
              <a:rPr lang="zh-CN" altLang="en-US" sz="800" kern="0" dirty="0">
                <a:solidFill>
                  <a:srgbClr val="000000"/>
                </a:solidFill>
              </a:rPr>
              <a:t>的，同时</a:t>
            </a: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也会请求</a:t>
            </a:r>
            <a:r>
              <a:rPr lang="en-US" altLang="zh-CN" sz="800" kern="0" dirty="0">
                <a:solidFill>
                  <a:srgbClr val="000000"/>
                </a:solidFill>
              </a:rPr>
              <a:t>Coasting torque.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为了保证握手的平顺性，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激活时（满足踏板制动力</a:t>
            </a:r>
            <a:r>
              <a:rPr lang="en-US" altLang="zh-CN" sz="800" kern="0" dirty="0">
                <a:solidFill>
                  <a:srgbClr val="000000"/>
                </a:solidFill>
              </a:rPr>
              <a:t>+coasting&lt;HDC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计算的防溜坡制动力），且制动踏板未完全释放：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此时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 （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</a:t>
            </a:r>
            <a:r>
              <a:rPr lang="en-US" altLang="zh-CN" sz="800" kern="0" dirty="0">
                <a:solidFill>
                  <a:srgbClr val="000000"/>
                </a:solidFill>
              </a:rPr>
              <a:t> =VCU</a:t>
            </a:r>
            <a:r>
              <a:rPr lang="zh-CN" altLang="en-US" sz="800" kern="0" dirty="0">
                <a:solidFill>
                  <a:srgbClr val="000000"/>
                </a:solidFill>
              </a:rPr>
              <a:t>实际请求</a:t>
            </a:r>
            <a:r>
              <a:rPr lang="en-US" altLang="zh-CN" sz="800" kern="0" dirty="0">
                <a:solidFill>
                  <a:srgbClr val="000000"/>
                </a:solidFill>
              </a:rPr>
              <a:t>MCU</a:t>
            </a:r>
            <a:r>
              <a:rPr lang="zh-CN" altLang="en-US" sz="800" kern="0" dirty="0">
                <a:solidFill>
                  <a:srgbClr val="000000"/>
                </a:solidFill>
              </a:rPr>
              <a:t>的电制动扭矩， 例如</a:t>
            </a:r>
            <a:r>
              <a:rPr lang="en-US" altLang="zh-CN" sz="800" kern="0" dirty="0">
                <a:solidFill>
                  <a:srgbClr val="000000"/>
                </a:solidFill>
              </a:rPr>
              <a:t>AWD</a:t>
            </a:r>
            <a:r>
              <a:rPr lang="zh-CN" altLang="en-US" sz="800" kern="0" dirty="0">
                <a:solidFill>
                  <a:srgbClr val="000000"/>
                </a:solidFill>
              </a:rPr>
              <a:t>前轴电机即：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请求的液压制动扭矩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b="1" kern="0" dirty="0">
                <a:solidFill>
                  <a:srgbClr val="000000"/>
                </a:solidFill>
              </a:rPr>
              <a:t>)</a:t>
            </a:r>
            <a:r>
              <a:rPr lang="en-US" altLang="zh-CN" sz="800" kern="0" dirty="0">
                <a:solidFill>
                  <a:srgbClr val="000000"/>
                </a:solidFill>
              </a:rPr>
              <a:t> = 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HDCDecelTorqSum</a:t>
            </a:r>
            <a:r>
              <a:rPr lang="en-US" altLang="zh-CN" sz="800" kern="0" dirty="0">
                <a:solidFill>
                  <a:srgbClr val="000000"/>
                </a:solidFill>
              </a:rPr>
              <a:t>)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- 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请求的电制动扭矩（</a:t>
            </a:r>
            <a:r>
              <a:rPr lang="en-US" altLang="zh-CN" sz="800" kern="0" dirty="0">
                <a:solidFill>
                  <a:srgbClr val="000000"/>
                </a:solidFill>
              </a:rPr>
              <a:t>sum(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/xxx))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800" kern="0" dirty="0">
                <a:solidFill>
                  <a:srgbClr val="000000"/>
                </a:solidFill>
              </a:rPr>
              <a:t>制动端仲裁：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请求的制动扭矩液压制动（制动不可以分配</a:t>
            </a:r>
            <a:r>
              <a:rPr lang="en-US" altLang="zh-CN" sz="800" kern="0" dirty="0">
                <a:solidFill>
                  <a:srgbClr val="000000"/>
                </a:solidFill>
              </a:rPr>
              <a:t>regen</a:t>
            </a:r>
            <a:r>
              <a:rPr lang="zh-CN" altLang="en-US" sz="800" kern="0" dirty="0">
                <a:solidFill>
                  <a:srgbClr val="000000"/>
                </a:solidFill>
              </a:rPr>
              <a:t>）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AEB/</a:t>
            </a:r>
            <a:r>
              <a:rPr lang="zh-CN" altLang="en-US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驾驶员紧急制动请求</a:t>
            </a:r>
            <a:r>
              <a:rPr lang="en-US" altLang="zh-CN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制动请求</a:t>
            </a:r>
            <a:r>
              <a:rPr lang="en-US" altLang="zh-CN" sz="800" kern="0" dirty="0">
                <a:solidFill>
                  <a:srgbClr val="000000"/>
                </a:solidFill>
              </a:rPr>
              <a:t>&gt;</a:t>
            </a:r>
            <a:r>
              <a:rPr lang="zh-CN" altLang="en-US" sz="800" kern="0" dirty="0">
                <a:solidFill>
                  <a:srgbClr val="000000"/>
                </a:solidFill>
              </a:rPr>
              <a:t>驾驶员常规制动踏板请求。</a:t>
            </a:r>
            <a:endParaRPr lang="en-US" altLang="zh-CN" sz="800" kern="0" dirty="0">
              <a:solidFill>
                <a:srgbClr val="000000"/>
              </a:solidFill>
            </a:endParaRPr>
          </a:p>
        </p:txBody>
      </p:sp>
      <p:cxnSp>
        <p:nvCxnSpPr>
          <p:cNvPr id="16" name="Gerader Verbinder 13">
            <a:extLst>
              <a:ext uri="{FF2B5EF4-FFF2-40B4-BE49-F238E27FC236}">
                <a16:creationId xmlns:a16="http://schemas.microsoft.com/office/drawing/2014/main" id="{A6E52BC7-BB67-0F93-D968-FBB52DC6CAB1}"/>
              </a:ext>
            </a:extLst>
          </p:cNvPr>
          <p:cNvCxnSpPr>
            <a:cxnSpLocks/>
          </p:cNvCxnSpPr>
          <p:nvPr/>
        </p:nvCxnSpPr>
        <p:spPr>
          <a:xfrm flipH="1">
            <a:off x="1581787" y="84998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26">
            <a:extLst>
              <a:ext uri="{FF2B5EF4-FFF2-40B4-BE49-F238E27FC236}">
                <a16:creationId xmlns:a16="http://schemas.microsoft.com/office/drawing/2014/main" id="{1B252F9A-D1AB-9A3B-2BA2-0BCA672CD6FD}"/>
              </a:ext>
            </a:extLst>
          </p:cNvPr>
          <p:cNvCxnSpPr>
            <a:cxnSpLocks/>
          </p:cNvCxnSpPr>
          <p:nvPr/>
        </p:nvCxnSpPr>
        <p:spPr>
          <a:xfrm>
            <a:off x="706439" y="1704975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19" name="Gerader Verbinder 27">
            <a:extLst>
              <a:ext uri="{FF2B5EF4-FFF2-40B4-BE49-F238E27FC236}">
                <a16:creationId xmlns:a16="http://schemas.microsoft.com/office/drawing/2014/main" id="{D37A6461-9B22-9ECF-8CB5-1862F63DB944}"/>
              </a:ext>
            </a:extLst>
          </p:cNvPr>
          <p:cNvCxnSpPr>
            <a:cxnSpLocks/>
          </p:cNvCxnSpPr>
          <p:nvPr/>
        </p:nvCxnSpPr>
        <p:spPr>
          <a:xfrm>
            <a:off x="1586505" y="1702348"/>
            <a:ext cx="295381" cy="298439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2" name="Gerader Verbinder 26">
            <a:extLst>
              <a:ext uri="{FF2B5EF4-FFF2-40B4-BE49-F238E27FC236}">
                <a16:creationId xmlns:a16="http://schemas.microsoft.com/office/drawing/2014/main" id="{229FD477-36CB-23BC-A612-B09803ABF7EB}"/>
              </a:ext>
            </a:extLst>
          </p:cNvPr>
          <p:cNvCxnSpPr>
            <a:cxnSpLocks/>
          </p:cNvCxnSpPr>
          <p:nvPr/>
        </p:nvCxnSpPr>
        <p:spPr>
          <a:xfrm>
            <a:off x="1897872" y="1913310"/>
            <a:ext cx="1080000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26" name="Gerader Verbinder 27">
            <a:extLst>
              <a:ext uri="{FF2B5EF4-FFF2-40B4-BE49-F238E27FC236}">
                <a16:creationId xmlns:a16="http://schemas.microsoft.com/office/drawing/2014/main" id="{B7424BD7-7451-95F6-FBA5-628607423E1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2985223" y="1740247"/>
            <a:ext cx="286385" cy="277027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8" name="Gerader Verbinder 26">
            <a:extLst>
              <a:ext uri="{FF2B5EF4-FFF2-40B4-BE49-F238E27FC236}">
                <a16:creationId xmlns:a16="http://schemas.microsoft.com/office/drawing/2014/main" id="{657CE37E-5732-8D30-08DC-02209215E437}"/>
              </a:ext>
            </a:extLst>
          </p:cNvPr>
          <p:cNvCxnSpPr>
            <a:cxnSpLocks/>
          </p:cNvCxnSpPr>
          <p:nvPr/>
        </p:nvCxnSpPr>
        <p:spPr>
          <a:xfrm>
            <a:off x="3282727" y="17330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29" name="Gerader Verbinder 26">
            <a:extLst>
              <a:ext uri="{FF2B5EF4-FFF2-40B4-BE49-F238E27FC236}">
                <a16:creationId xmlns:a16="http://schemas.microsoft.com/office/drawing/2014/main" id="{850B10BB-9F17-A4E3-8F53-ACA054DADE9F}"/>
              </a:ext>
            </a:extLst>
          </p:cNvPr>
          <p:cNvCxnSpPr>
            <a:cxnSpLocks/>
          </p:cNvCxnSpPr>
          <p:nvPr/>
        </p:nvCxnSpPr>
        <p:spPr>
          <a:xfrm>
            <a:off x="705262" y="2518101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1" name="Gerader Verbinder 27">
            <a:extLst>
              <a:ext uri="{FF2B5EF4-FFF2-40B4-BE49-F238E27FC236}">
                <a16:creationId xmlns:a16="http://schemas.microsoft.com/office/drawing/2014/main" id="{B9288E3D-BADA-A190-7455-F3F22B5786F8}"/>
              </a:ext>
            </a:extLst>
          </p:cNvPr>
          <p:cNvCxnSpPr>
            <a:cxnSpLocks/>
          </p:cNvCxnSpPr>
          <p:nvPr/>
        </p:nvCxnSpPr>
        <p:spPr>
          <a:xfrm>
            <a:off x="1576112" y="2518345"/>
            <a:ext cx="311540" cy="6849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5" name="Gerader Verbinder 26">
            <a:extLst>
              <a:ext uri="{FF2B5EF4-FFF2-40B4-BE49-F238E27FC236}">
                <a16:creationId xmlns:a16="http://schemas.microsoft.com/office/drawing/2014/main" id="{7667AE85-EFC8-270F-0E9A-74FD54B164BA}"/>
              </a:ext>
            </a:extLst>
          </p:cNvPr>
          <p:cNvCxnSpPr>
            <a:cxnSpLocks/>
          </p:cNvCxnSpPr>
          <p:nvPr/>
        </p:nvCxnSpPr>
        <p:spPr>
          <a:xfrm>
            <a:off x="690071" y="2456465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AB80554D-9EB0-24E7-9E60-7F0DF7BE2842}"/>
              </a:ext>
            </a:extLst>
          </p:cNvPr>
          <p:cNvCxnSpPr>
            <a:cxnSpLocks/>
          </p:cNvCxnSpPr>
          <p:nvPr/>
        </p:nvCxnSpPr>
        <p:spPr>
          <a:xfrm>
            <a:off x="1589784" y="2456465"/>
            <a:ext cx="297868" cy="78422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39" name="Gerader Verbinder 26">
            <a:extLst>
              <a:ext uri="{FF2B5EF4-FFF2-40B4-BE49-F238E27FC236}">
                <a16:creationId xmlns:a16="http://schemas.microsoft.com/office/drawing/2014/main" id="{9D07E804-065F-A73E-F00D-A8DF89E3AE2C}"/>
              </a:ext>
            </a:extLst>
          </p:cNvPr>
          <p:cNvCxnSpPr>
            <a:cxnSpLocks/>
          </p:cNvCxnSpPr>
          <p:nvPr/>
        </p:nvCxnSpPr>
        <p:spPr>
          <a:xfrm>
            <a:off x="1897872" y="2534887"/>
            <a:ext cx="1068048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1" name="Gerader Verbinder 26">
            <a:extLst>
              <a:ext uri="{FF2B5EF4-FFF2-40B4-BE49-F238E27FC236}">
                <a16:creationId xmlns:a16="http://schemas.microsoft.com/office/drawing/2014/main" id="{12EEE00A-6D51-327D-42D8-AC1DE9DC7B01}"/>
              </a:ext>
            </a:extLst>
          </p:cNvPr>
          <p:cNvCxnSpPr>
            <a:cxnSpLocks/>
          </p:cNvCxnSpPr>
          <p:nvPr/>
        </p:nvCxnSpPr>
        <p:spPr>
          <a:xfrm>
            <a:off x="3263882" y="2528356"/>
            <a:ext cx="918752" cy="0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4" name="Gerader Verbinder 13">
            <a:extLst>
              <a:ext uri="{FF2B5EF4-FFF2-40B4-BE49-F238E27FC236}">
                <a16:creationId xmlns:a16="http://schemas.microsoft.com/office/drawing/2014/main" id="{01AFEE7F-711B-3BE5-87AA-A4FD6564A477}"/>
              </a:ext>
            </a:extLst>
          </p:cNvPr>
          <p:cNvCxnSpPr>
            <a:cxnSpLocks/>
          </p:cNvCxnSpPr>
          <p:nvPr/>
        </p:nvCxnSpPr>
        <p:spPr>
          <a:xfrm flipH="1">
            <a:off x="3259940" y="103955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45" name="Gerader Verbinder 27">
            <a:extLst>
              <a:ext uri="{FF2B5EF4-FFF2-40B4-BE49-F238E27FC236}">
                <a16:creationId xmlns:a16="http://schemas.microsoft.com/office/drawing/2014/main" id="{6CE526DB-1157-0007-6ABD-706D66804DF3}"/>
              </a:ext>
            </a:extLst>
          </p:cNvPr>
          <p:cNvCxnSpPr>
            <a:cxnSpLocks/>
          </p:cNvCxnSpPr>
          <p:nvPr/>
        </p:nvCxnSpPr>
        <p:spPr>
          <a:xfrm flipV="1">
            <a:off x="2985223" y="2527377"/>
            <a:ext cx="274029" cy="58638"/>
          </a:xfrm>
          <a:prstGeom prst="line">
            <a:avLst/>
          </a:prstGeom>
          <a:noFill/>
          <a:ln w="190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49" name="Gerader Verbinder 27">
            <a:extLst>
              <a:ext uri="{FF2B5EF4-FFF2-40B4-BE49-F238E27FC236}">
                <a16:creationId xmlns:a16="http://schemas.microsoft.com/office/drawing/2014/main" id="{FBEDA949-3441-73C7-1C15-FE294AA43DC5}"/>
              </a:ext>
            </a:extLst>
          </p:cNvPr>
          <p:cNvCxnSpPr>
            <a:cxnSpLocks/>
          </p:cNvCxnSpPr>
          <p:nvPr/>
        </p:nvCxnSpPr>
        <p:spPr>
          <a:xfrm flipV="1">
            <a:off x="2989950" y="2473267"/>
            <a:ext cx="273932" cy="57257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2" name="Gerader Verbinder 26">
            <a:extLst>
              <a:ext uri="{FF2B5EF4-FFF2-40B4-BE49-F238E27FC236}">
                <a16:creationId xmlns:a16="http://schemas.microsoft.com/office/drawing/2014/main" id="{DA4ED596-4BCB-6CCE-6050-F3D208ED5B16}"/>
              </a:ext>
            </a:extLst>
          </p:cNvPr>
          <p:cNvCxnSpPr>
            <a:cxnSpLocks/>
          </p:cNvCxnSpPr>
          <p:nvPr/>
        </p:nvCxnSpPr>
        <p:spPr>
          <a:xfrm>
            <a:off x="3272409" y="2476092"/>
            <a:ext cx="876717" cy="0"/>
          </a:xfrm>
          <a:prstGeom prst="line">
            <a:avLst/>
          </a:prstGeom>
          <a:noFill/>
          <a:ln w="190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FAC656C6-F5C8-4EFB-2AF5-A6F00DE877C8}"/>
              </a:ext>
            </a:extLst>
          </p:cNvPr>
          <p:cNvCxnSpPr>
            <a:cxnSpLocks/>
          </p:cNvCxnSpPr>
          <p:nvPr/>
        </p:nvCxnSpPr>
        <p:spPr>
          <a:xfrm>
            <a:off x="695924" y="3016192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B8D9CA9F-2295-FD48-9A26-3FA064955D4C}"/>
              </a:ext>
            </a:extLst>
          </p:cNvPr>
          <p:cNvCxnSpPr>
            <a:cxnSpLocks/>
            <a:endCxn id="161" idx="2"/>
          </p:cNvCxnSpPr>
          <p:nvPr/>
        </p:nvCxnSpPr>
        <p:spPr>
          <a:xfrm>
            <a:off x="1581787" y="3017509"/>
            <a:ext cx="290765" cy="286131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2" name="Gerader Verbinder 26">
            <a:extLst>
              <a:ext uri="{FF2B5EF4-FFF2-40B4-BE49-F238E27FC236}">
                <a16:creationId xmlns:a16="http://schemas.microsoft.com/office/drawing/2014/main" id="{54A5858F-D1B6-822E-9F7D-74ACEA77621C}"/>
              </a:ext>
            </a:extLst>
          </p:cNvPr>
          <p:cNvCxnSpPr>
            <a:cxnSpLocks/>
          </p:cNvCxnSpPr>
          <p:nvPr/>
        </p:nvCxnSpPr>
        <p:spPr>
          <a:xfrm>
            <a:off x="1872552" y="3308096"/>
            <a:ext cx="1106472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2BB9E2DF-92D8-7CA3-186C-2278DC21B520}"/>
              </a:ext>
            </a:extLst>
          </p:cNvPr>
          <p:cNvCxnSpPr>
            <a:cxnSpLocks/>
          </p:cNvCxnSpPr>
          <p:nvPr/>
        </p:nvCxnSpPr>
        <p:spPr>
          <a:xfrm flipV="1">
            <a:off x="2988225" y="3041584"/>
            <a:ext cx="285980" cy="257464"/>
          </a:xfrm>
          <a:prstGeom prst="line">
            <a:avLst/>
          </a:prstGeom>
          <a:noFill/>
          <a:ln w="12700" cap="rnd" cmpd="sng" algn="ctr">
            <a:solidFill>
              <a:srgbClr val="C0000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0EC589CB-1415-20CA-5B1C-2A0601CEA31E}"/>
              </a:ext>
            </a:extLst>
          </p:cNvPr>
          <p:cNvCxnSpPr>
            <a:cxnSpLocks/>
          </p:cNvCxnSpPr>
          <p:nvPr/>
        </p:nvCxnSpPr>
        <p:spPr>
          <a:xfrm>
            <a:off x="3285126" y="3036619"/>
            <a:ext cx="864000" cy="0"/>
          </a:xfrm>
          <a:prstGeom prst="line">
            <a:avLst/>
          </a:prstGeom>
          <a:noFill/>
          <a:ln w="19050" cap="rnd" cmpd="sng" algn="ctr">
            <a:solidFill>
              <a:srgbClr val="C0000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F9581DB9-933D-AD2A-64E4-2B5A541D8FB7}"/>
              </a:ext>
            </a:extLst>
          </p:cNvPr>
          <p:cNvSpPr/>
          <p:nvPr/>
        </p:nvSpPr>
        <p:spPr>
          <a:xfrm>
            <a:off x="1763036" y="1713497"/>
            <a:ext cx="1368000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90EC36E-4C0B-D99A-E48E-D7616DCD2FC2}"/>
              </a:ext>
            </a:extLst>
          </p:cNvPr>
          <p:cNvSpPr/>
          <p:nvPr/>
        </p:nvSpPr>
        <p:spPr>
          <a:xfrm>
            <a:off x="1896974" y="2456465"/>
            <a:ext cx="1080898" cy="137006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AF75128-4C9E-69A3-7DC4-75E983C09E7A}"/>
              </a:ext>
            </a:extLst>
          </p:cNvPr>
          <p:cNvSpPr/>
          <p:nvPr/>
        </p:nvSpPr>
        <p:spPr>
          <a:xfrm>
            <a:off x="1898945" y="3246798"/>
            <a:ext cx="1080898" cy="60847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9E160E7-E860-0112-29D1-54EB41AA534A}"/>
              </a:ext>
            </a:extLst>
          </p:cNvPr>
          <p:cNvGrpSpPr/>
          <p:nvPr/>
        </p:nvGrpSpPr>
        <p:grpSpPr>
          <a:xfrm>
            <a:off x="4871929" y="3130976"/>
            <a:ext cx="1346314" cy="229162"/>
            <a:chOff x="4871929" y="3130976"/>
            <a:chExt cx="1346314" cy="229162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875872AD-32A8-C6A8-7237-F279EA472ED1}"/>
                </a:ext>
              </a:extLst>
            </p:cNvPr>
            <p:cNvSpPr/>
            <p:nvPr/>
          </p:nvSpPr>
          <p:spPr>
            <a:xfrm>
              <a:off x="4871929" y="3246798"/>
              <a:ext cx="129343" cy="108000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3DFF262B-954B-E4AA-B3D8-7F4E018377FD}"/>
                </a:ext>
              </a:extLst>
            </p:cNvPr>
            <p:cNvSpPr/>
            <p:nvPr/>
          </p:nvSpPr>
          <p:spPr>
            <a:xfrm>
              <a:off x="5005867" y="3130976"/>
              <a:ext cx="1080898" cy="229162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88" name="矩形 87">
              <a:extLst>
                <a:ext uri="{FF2B5EF4-FFF2-40B4-BE49-F238E27FC236}">
                  <a16:creationId xmlns:a16="http://schemas.microsoft.com/office/drawing/2014/main" id="{7E258A3D-1625-2054-2F46-FE2018D9E3CC}"/>
                </a:ext>
              </a:extLst>
            </p:cNvPr>
            <p:cNvSpPr/>
            <p:nvPr/>
          </p:nvSpPr>
          <p:spPr>
            <a:xfrm>
              <a:off x="6088900" y="3248342"/>
              <a:ext cx="129343" cy="108000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107FA7A3-E1B9-E316-56AB-CC34C8A804F8}"/>
              </a:ext>
            </a:extLst>
          </p:cNvPr>
          <p:cNvGrpSpPr/>
          <p:nvPr/>
        </p:nvGrpSpPr>
        <p:grpSpPr>
          <a:xfrm>
            <a:off x="4910531" y="3696440"/>
            <a:ext cx="1307712" cy="184720"/>
            <a:chOff x="4917062" y="3696440"/>
            <a:chExt cx="1307712" cy="184720"/>
          </a:xfrm>
        </p:grpSpPr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FA9310F5-7605-E5C6-48FF-11CB97E373E5}"/>
                </a:ext>
              </a:extLst>
            </p:cNvPr>
            <p:cNvSpPr/>
            <p:nvPr/>
          </p:nvSpPr>
          <p:spPr>
            <a:xfrm>
              <a:off x="4917062" y="3700885"/>
              <a:ext cx="108918" cy="180000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C71BE0DE-42BD-2ADC-59C4-74D67F29E887}"/>
                </a:ext>
              </a:extLst>
            </p:cNvPr>
            <p:cNvSpPr/>
            <p:nvPr/>
          </p:nvSpPr>
          <p:spPr>
            <a:xfrm>
              <a:off x="6115856" y="3696440"/>
              <a:ext cx="108918" cy="180000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8416B905-A041-D316-32DB-3F73AEE3D4B2}"/>
                </a:ext>
              </a:extLst>
            </p:cNvPr>
            <p:cNvSpPr/>
            <p:nvPr/>
          </p:nvSpPr>
          <p:spPr>
            <a:xfrm>
              <a:off x="5030742" y="3813909"/>
              <a:ext cx="1080898" cy="67251"/>
            </a:xfrm>
            <a:prstGeom prst="rect">
              <a:avLst/>
            </a:prstGeom>
            <a:solidFill>
              <a:srgbClr val="FFC6FF">
                <a:alpha val="69020"/>
              </a:srgbClr>
            </a:solidFill>
            <a:ln w="127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1200" b="0" i="0" u="none" strike="noStrike" kern="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endParaRPr>
            </a:p>
          </p:txBody>
        </p:sp>
      </p:grpSp>
      <p:sp>
        <p:nvSpPr>
          <p:cNvPr id="97" name="加号 96">
            <a:extLst>
              <a:ext uri="{FF2B5EF4-FFF2-40B4-BE49-F238E27FC236}">
                <a16:creationId xmlns:a16="http://schemas.microsoft.com/office/drawing/2014/main" id="{43F10227-974D-E349-7247-D228E625685C}"/>
              </a:ext>
            </a:extLst>
          </p:cNvPr>
          <p:cNvSpPr/>
          <p:nvPr/>
        </p:nvSpPr>
        <p:spPr>
          <a:xfrm>
            <a:off x="5396425" y="3422705"/>
            <a:ext cx="266323" cy="258167"/>
          </a:xfrm>
          <a:prstGeom prst="mathPlus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5269785-5A08-119F-31DA-34EA2E3BDBF1}"/>
              </a:ext>
            </a:extLst>
          </p:cNvPr>
          <p:cNvSpPr/>
          <p:nvPr/>
        </p:nvSpPr>
        <p:spPr>
          <a:xfrm>
            <a:off x="4910531" y="4227047"/>
            <a:ext cx="1307712" cy="291484"/>
          </a:xfrm>
          <a:prstGeom prst="rect">
            <a:avLst/>
          </a:prstGeom>
          <a:solidFill>
            <a:srgbClr val="FFAB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0" name="等号 99">
            <a:extLst>
              <a:ext uri="{FF2B5EF4-FFF2-40B4-BE49-F238E27FC236}">
                <a16:creationId xmlns:a16="http://schemas.microsoft.com/office/drawing/2014/main" id="{75F0AC0C-4D7C-D764-3D5D-7B5A0B76A6A3}"/>
              </a:ext>
            </a:extLst>
          </p:cNvPr>
          <p:cNvSpPr/>
          <p:nvPr/>
        </p:nvSpPr>
        <p:spPr>
          <a:xfrm>
            <a:off x="5421953" y="4005371"/>
            <a:ext cx="233665" cy="136512"/>
          </a:xfrm>
          <a:prstGeom prst="mathEqual">
            <a:avLst/>
          </a:prstGeom>
          <a:solidFill>
            <a:schemeClr val="tx1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9BF72CF3-597C-06A6-06B2-000D16E833B5}"/>
              </a:ext>
            </a:extLst>
          </p:cNvPr>
          <p:cNvSpPr/>
          <p:nvPr/>
        </p:nvSpPr>
        <p:spPr>
          <a:xfrm>
            <a:off x="1756954" y="2468880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C7B635FE-A7CF-E3DF-BF01-709994D115AD}"/>
              </a:ext>
            </a:extLst>
          </p:cNvPr>
          <p:cNvSpPr/>
          <p:nvPr/>
        </p:nvSpPr>
        <p:spPr>
          <a:xfrm>
            <a:off x="1756954" y="3187337"/>
            <a:ext cx="137160" cy="130629"/>
          </a:xfrm>
          <a:custGeom>
            <a:avLst/>
            <a:gdLst>
              <a:gd name="csX0" fmla="*/ 0 w 137160"/>
              <a:gd name="csY0" fmla="*/ 0 h 130629"/>
              <a:gd name="csX1" fmla="*/ 6532 w 137160"/>
              <a:gd name="csY1" fmla="*/ 124097 h 130629"/>
              <a:gd name="csX2" fmla="*/ 130629 w 137160"/>
              <a:gd name="csY2" fmla="*/ 130629 h 130629"/>
              <a:gd name="csX3" fmla="*/ 137160 w 137160"/>
              <a:gd name="csY3" fmla="*/ 65314 h 130629"/>
              <a:gd name="csX4" fmla="*/ 0 w 137160"/>
              <a:gd name="csY4" fmla="*/ 0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0"/>
                </a:moveTo>
                <a:lnTo>
                  <a:pt x="6532" y="124097"/>
                </a:lnTo>
                <a:lnTo>
                  <a:pt x="130629" y="130629"/>
                </a:lnTo>
                <a:lnTo>
                  <a:pt x="137160" y="65314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A1AC3458-8FA5-1B91-53C4-BF8D0068DFA2}"/>
              </a:ext>
            </a:extLst>
          </p:cNvPr>
          <p:cNvSpPr/>
          <p:nvPr/>
        </p:nvSpPr>
        <p:spPr>
          <a:xfrm>
            <a:off x="2984863" y="3187337"/>
            <a:ext cx="130628" cy="124097"/>
          </a:xfrm>
          <a:custGeom>
            <a:avLst/>
            <a:gdLst>
              <a:gd name="csX0" fmla="*/ 0 w 130628"/>
              <a:gd name="csY0" fmla="*/ 52252 h 124097"/>
              <a:gd name="csX1" fmla="*/ 0 w 130628"/>
              <a:gd name="csY1" fmla="*/ 117566 h 124097"/>
              <a:gd name="csX2" fmla="*/ 130628 w 130628"/>
              <a:gd name="csY2" fmla="*/ 124097 h 124097"/>
              <a:gd name="csX3" fmla="*/ 130628 w 130628"/>
              <a:gd name="csY3" fmla="*/ 0 h 124097"/>
              <a:gd name="csX4" fmla="*/ 0 w 130628"/>
              <a:gd name="csY4" fmla="*/ 52252 h 12409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24097">
                <a:moveTo>
                  <a:pt x="0" y="52252"/>
                </a:moveTo>
                <a:lnTo>
                  <a:pt x="0" y="117566"/>
                </a:lnTo>
                <a:lnTo>
                  <a:pt x="130628" y="124097"/>
                </a:lnTo>
                <a:lnTo>
                  <a:pt x="130628" y="0"/>
                </a:lnTo>
                <a:lnTo>
                  <a:pt x="0" y="52252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6E675CFE-8FAA-A567-FE3C-0F68D9C9E56D}"/>
              </a:ext>
            </a:extLst>
          </p:cNvPr>
          <p:cNvSpPr/>
          <p:nvPr/>
        </p:nvSpPr>
        <p:spPr>
          <a:xfrm>
            <a:off x="2984863" y="2462349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1EBD448A-0A0A-6CEC-AD99-775F43E5602B}"/>
              </a:ext>
            </a:extLst>
          </p:cNvPr>
          <p:cNvSpPr/>
          <p:nvPr/>
        </p:nvSpPr>
        <p:spPr>
          <a:xfrm>
            <a:off x="6679990" y="3164081"/>
            <a:ext cx="1080898" cy="137006"/>
          </a:xfrm>
          <a:prstGeom prst="rect">
            <a:avLst/>
          </a:prstGeom>
          <a:solidFill>
            <a:srgbClr val="FFC6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55614D59-10D2-D9DF-BC49-70D0570BFF8A}"/>
              </a:ext>
            </a:extLst>
          </p:cNvPr>
          <p:cNvSpPr/>
          <p:nvPr/>
        </p:nvSpPr>
        <p:spPr>
          <a:xfrm>
            <a:off x="6539970" y="3176496"/>
            <a:ext cx="137160" cy="130629"/>
          </a:xfrm>
          <a:custGeom>
            <a:avLst/>
            <a:gdLst>
              <a:gd name="csX0" fmla="*/ 0 w 137160"/>
              <a:gd name="csY0" fmla="*/ 124097 h 130629"/>
              <a:gd name="csX1" fmla="*/ 137160 w 137160"/>
              <a:gd name="csY1" fmla="*/ 130629 h 130629"/>
              <a:gd name="csX2" fmla="*/ 137160 w 137160"/>
              <a:gd name="csY2" fmla="*/ 0 h 130629"/>
              <a:gd name="csX3" fmla="*/ 0 w 137160"/>
              <a:gd name="csY3" fmla="*/ 32657 h 130629"/>
              <a:gd name="csX4" fmla="*/ 0 w 137160"/>
              <a:gd name="csY4" fmla="*/ 124097 h 1306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7160" h="130629">
                <a:moveTo>
                  <a:pt x="0" y="124097"/>
                </a:moveTo>
                <a:lnTo>
                  <a:pt x="137160" y="130629"/>
                </a:lnTo>
                <a:lnTo>
                  <a:pt x="137160" y="0"/>
                </a:lnTo>
                <a:lnTo>
                  <a:pt x="0" y="32657"/>
                </a:lnTo>
                <a:lnTo>
                  <a:pt x="0" y="124097"/>
                </a:lnTo>
                <a:close/>
              </a:path>
            </a:pathLst>
          </a:custGeom>
          <a:solidFill>
            <a:srgbClr val="FFD8FF">
              <a:alpha val="6902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E8C75B4-0966-5AF9-19B4-2580FFBC636B}"/>
              </a:ext>
            </a:extLst>
          </p:cNvPr>
          <p:cNvSpPr/>
          <p:nvPr/>
        </p:nvSpPr>
        <p:spPr>
          <a:xfrm>
            <a:off x="7767879" y="3169965"/>
            <a:ext cx="130628" cy="130628"/>
          </a:xfrm>
          <a:custGeom>
            <a:avLst/>
            <a:gdLst>
              <a:gd name="csX0" fmla="*/ 0 w 130628"/>
              <a:gd name="csY0" fmla="*/ 0 h 130628"/>
              <a:gd name="csX1" fmla="*/ 0 w 130628"/>
              <a:gd name="csY1" fmla="*/ 130628 h 130628"/>
              <a:gd name="csX2" fmla="*/ 130628 w 130628"/>
              <a:gd name="csY2" fmla="*/ 130628 h 130628"/>
              <a:gd name="csX3" fmla="*/ 130628 w 130628"/>
              <a:gd name="csY3" fmla="*/ 58782 h 130628"/>
              <a:gd name="csX4" fmla="*/ 0 w 130628"/>
              <a:gd name="csY4" fmla="*/ 0 h 130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30628" h="130628">
                <a:moveTo>
                  <a:pt x="0" y="0"/>
                </a:moveTo>
                <a:lnTo>
                  <a:pt x="0" y="130628"/>
                </a:lnTo>
                <a:lnTo>
                  <a:pt x="130628" y="130628"/>
                </a:lnTo>
                <a:lnTo>
                  <a:pt x="130628" y="58782"/>
                </a:lnTo>
                <a:lnTo>
                  <a:pt x="0" y="0"/>
                </a:lnTo>
                <a:close/>
              </a:path>
            </a:pathLst>
          </a:custGeom>
          <a:solidFill>
            <a:srgbClr val="FFD8FF">
              <a:alpha val="69804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27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30BE01-313A-4709-1C0E-B4F352BC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46616214-73F5-DD8E-EC4C-A52F46B3EEC1}"/>
              </a:ext>
            </a:extLst>
          </p:cNvPr>
          <p:cNvSpPr/>
          <p:nvPr/>
        </p:nvSpPr>
        <p:spPr>
          <a:xfrm>
            <a:off x="3142123" y="1499294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D293BF6F-9E4C-1BBC-832C-62C2650911A3}"/>
              </a:ext>
            </a:extLst>
          </p:cNvPr>
          <p:cNvSpPr/>
          <p:nvPr/>
        </p:nvSpPr>
        <p:spPr>
          <a:xfrm>
            <a:off x="2860591" y="1476641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30" name="Gerader Verbinder 26">
            <a:extLst>
              <a:ext uri="{FF2B5EF4-FFF2-40B4-BE49-F238E27FC236}">
                <a16:creationId xmlns:a16="http://schemas.microsoft.com/office/drawing/2014/main" id="{3B798E56-C42C-0DC4-CE1C-1D98E5AF7837}"/>
              </a:ext>
            </a:extLst>
          </p:cNvPr>
          <p:cNvCxnSpPr>
            <a:cxnSpLocks/>
          </p:cNvCxnSpPr>
          <p:nvPr/>
        </p:nvCxnSpPr>
        <p:spPr>
          <a:xfrm>
            <a:off x="3136967" y="147457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7F57DA41-9801-8438-CE9C-3A5684D184B4}"/>
              </a:ext>
            </a:extLst>
          </p:cNvPr>
          <p:cNvSpPr/>
          <p:nvPr/>
        </p:nvSpPr>
        <p:spPr>
          <a:xfrm>
            <a:off x="1761252" y="1804088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72D6C6C6-FAF2-E368-52C3-DF6F7F12FB98}"/>
              </a:ext>
            </a:extLst>
          </p:cNvPr>
          <p:cNvSpPr/>
          <p:nvPr/>
        </p:nvSpPr>
        <p:spPr>
          <a:xfrm>
            <a:off x="1482812" y="1467300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1" name="Gerader Verbinder 13">
            <a:extLst>
              <a:ext uri="{FF2B5EF4-FFF2-40B4-BE49-F238E27FC236}">
                <a16:creationId xmlns:a16="http://schemas.microsoft.com/office/drawing/2014/main" id="{3BFABFA4-1ADF-EE8E-4D55-9C074FBB7848}"/>
              </a:ext>
            </a:extLst>
          </p:cNvPr>
          <p:cNvCxnSpPr>
            <a:cxnSpLocks/>
          </p:cNvCxnSpPr>
          <p:nvPr/>
        </p:nvCxnSpPr>
        <p:spPr>
          <a:xfrm flipH="1">
            <a:off x="1635509" y="74702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99C0F714-8667-2D32-31E9-C22EFA4EEE66}"/>
              </a:ext>
            </a:extLst>
          </p:cNvPr>
          <p:cNvSpPr/>
          <p:nvPr/>
        </p:nvSpPr>
        <p:spPr>
          <a:xfrm>
            <a:off x="593448" y="1489081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80D6D2-09B5-5C62-A8E9-041CEB90C5C3}"/>
              </a:ext>
            </a:extLst>
          </p:cNvPr>
          <p:cNvSpPr/>
          <p:nvPr/>
        </p:nvSpPr>
        <p:spPr>
          <a:xfrm>
            <a:off x="600102" y="1607205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237AA19-C30B-27EE-93F5-62B520FCD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F4B3A91-BBC0-A52E-BA8C-DFACACE10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86DB6EC-ACF2-8991-1588-EA13031DD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8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DB8B5E70-6EC2-38F6-7E27-0C103A088C23}"/>
              </a:ext>
            </a:extLst>
          </p:cNvPr>
          <p:cNvCxnSpPr>
            <a:cxnSpLocks/>
          </p:cNvCxnSpPr>
          <p:nvPr/>
        </p:nvCxnSpPr>
        <p:spPr>
          <a:xfrm>
            <a:off x="568411" y="407780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CB2524D5-614D-CD76-9DC2-228192DC731C}"/>
              </a:ext>
            </a:extLst>
          </p:cNvPr>
          <p:cNvCxnSpPr>
            <a:cxnSpLocks/>
          </p:cNvCxnSpPr>
          <p:nvPr/>
        </p:nvCxnSpPr>
        <p:spPr>
          <a:xfrm flipH="1">
            <a:off x="590035" y="1865874"/>
            <a:ext cx="4272349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929CDE56-509D-1CAE-272E-C4F11112D023}"/>
              </a:ext>
            </a:extLst>
          </p:cNvPr>
          <p:cNvSpPr txBox="1"/>
          <p:nvPr/>
        </p:nvSpPr>
        <p:spPr>
          <a:xfrm rot="16200000">
            <a:off x="-150604" y="1055758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60503F-8113-A254-8F70-B4E062A445AC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844F0597-A83D-6B32-88F6-E7308FB84349}"/>
              </a:ext>
            </a:extLst>
          </p:cNvPr>
          <p:cNvCxnSpPr>
            <a:cxnSpLocks/>
          </p:cNvCxnSpPr>
          <p:nvPr/>
        </p:nvCxnSpPr>
        <p:spPr>
          <a:xfrm>
            <a:off x="565788" y="2481537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F5BD8C63-A544-9EAE-F014-9CC4FBFA6148}"/>
              </a:ext>
            </a:extLst>
          </p:cNvPr>
          <p:cNvSpPr txBox="1"/>
          <p:nvPr/>
        </p:nvSpPr>
        <p:spPr>
          <a:xfrm rot="16200000">
            <a:off x="-88618" y="2615187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0B19FDB-D363-27AC-6F36-27D7F81C4F04}"/>
              </a:ext>
            </a:extLst>
          </p:cNvPr>
          <p:cNvCxnSpPr>
            <a:cxnSpLocks/>
          </p:cNvCxnSpPr>
          <p:nvPr/>
        </p:nvCxnSpPr>
        <p:spPr>
          <a:xfrm flipH="1">
            <a:off x="562228" y="3176118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B0BDDF5-2D2F-38E0-9689-2A8ED648119F}"/>
              </a:ext>
            </a:extLst>
          </p:cNvPr>
          <p:cNvCxnSpPr>
            <a:cxnSpLocks/>
          </p:cNvCxnSpPr>
          <p:nvPr/>
        </p:nvCxnSpPr>
        <p:spPr>
          <a:xfrm>
            <a:off x="591747" y="1467300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7F8EFA7A-3C80-147E-DBD6-80436E795002}"/>
              </a:ext>
            </a:extLst>
          </p:cNvPr>
          <p:cNvCxnSpPr>
            <a:cxnSpLocks/>
          </p:cNvCxnSpPr>
          <p:nvPr/>
        </p:nvCxnSpPr>
        <p:spPr>
          <a:xfrm>
            <a:off x="566352" y="1921485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BF1EC34-AB5B-C547-6DFC-64D37A660282}"/>
              </a:ext>
            </a:extLst>
          </p:cNvPr>
          <p:cNvCxnSpPr>
            <a:cxnSpLocks/>
          </p:cNvCxnSpPr>
          <p:nvPr/>
        </p:nvCxnSpPr>
        <p:spPr>
          <a:xfrm flipH="1">
            <a:off x="568411" y="2461485"/>
            <a:ext cx="4293973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ED4E30E3-38A3-9441-1BFF-821CEA7613E6}"/>
              </a:ext>
            </a:extLst>
          </p:cNvPr>
          <p:cNvSpPr txBox="1"/>
          <p:nvPr/>
        </p:nvSpPr>
        <p:spPr>
          <a:xfrm>
            <a:off x="652511" y="593386"/>
            <a:ext cx="11717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客服坡道制动力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60E75279-4AF9-6D23-DA44-FD2EE348C507}"/>
              </a:ext>
            </a:extLst>
          </p:cNvPr>
          <p:cNvCxnSpPr>
            <a:cxnSpLocks/>
          </p:cNvCxnSpPr>
          <p:nvPr/>
        </p:nvCxnSpPr>
        <p:spPr>
          <a:xfrm>
            <a:off x="578553" y="788345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009D855D-092B-722D-0DE6-512DB69664FC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8909BC-44E8-3FA1-3678-C60A08B12344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3E6E3119-F901-4D21-64E6-A3D2D2072A31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7265984-5D0D-D6D1-913A-1BCCCCFFFE15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1BBB3479-FB65-6915-E873-AD1F92E716CF}"/>
              </a:ext>
            </a:extLst>
          </p:cNvPr>
          <p:cNvCxnSpPr>
            <a:cxnSpLocks/>
            <a:endCxn id="31" idx="3"/>
          </p:cNvCxnSpPr>
          <p:nvPr/>
        </p:nvCxnSpPr>
        <p:spPr>
          <a:xfrm>
            <a:off x="1489525" y="1470465"/>
            <a:ext cx="265136" cy="395413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0F22E7C4-780E-EDEC-43A8-A06ADFB067BC}"/>
              </a:ext>
            </a:extLst>
          </p:cNvPr>
          <p:cNvSpPr txBox="1"/>
          <p:nvPr/>
        </p:nvSpPr>
        <p:spPr>
          <a:xfrm rot="16200000">
            <a:off x="13807" y="1921566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14" name="Gerader Verbinder 27">
            <a:extLst>
              <a:ext uri="{FF2B5EF4-FFF2-40B4-BE49-F238E27FC236}">
                <a16:creationId xmlns:a16="http://schemas.microsoft.com/office/drawing/2014/main" id="{85CAFF71-F53C-409C-EA08-8957F449F834}"/>
              </a:ext>
            </a:extLst>
          </p:cNvPr>
          <p:cNvCxnSpPr>
            <a:cxnSpLocks/>
          </p:cNvCxnSpPr>
          <p:nvPr/>
        </p:nvCxnSpPr>
        <p:spPr>
          <a:xfrm flipV="1">
            <a:off x="1755074" y="1859691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8" name="Gerader Verbinder 27">
            <a:extLst>
              <a:ext uri="{FF2B5EF4-FFF2-40B4-BE49-F238E27FC236}">
                <a16:creationId xmlns:a16="http://schemas.microsoft.com/office/drawing/2014/main" id="{AF9D17AA-0875-9C23-EC82-B03D3D24CCCD}"/>
              </a:ext>
            </a:extLst>
          </p:cNvPr>
          <p:cNvCxnSpPr>
            <a:cxnSpLocks/>
          </p:cNvCxnSpPr>
          <p:nvPr/>
        </p:nvCxnSpPr>
        <p:spPr>
          <a:xfrm flipV="1">
            <a:off x="2861584" y="1481986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7" name="Gerader Verbinder 13">
            <a:extLst>
              <a:ext uri="{FF2B5EF4-FFF2-40B4-BE49-F238E27FC236}">
                <a16:creationId xmlns:a16="http://schemas.microsoft.com/office/drawing/2014/main" id="{9A55A538-A5BD-EECA-6822-0FD755BA60DD}"/>
              </a:ext>
            </a:extLst>
          </p:cNvPr>
          <p:cNvCxnSpPr>
            <a:cxnSpLocks/>
          </p:cNvCxnSpPr>
          <p:nvPr/>
        </p:nvCxnSpPr>
        <p:spPr>
          <a:xfrm flipH="1">
            <a:off x="2986906" y="7184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32" name="Gerade Verbindung mit Pfeil 61">
            <a:extLst>
              <a:ext uri="{FF2B5EF4-FFF2-40B4-BE49-F238E27FC236}">
                <a16:creationId xmlns:a16="http://schemas.microsoft.com/office/drawing/2014/main" id="{2307B698-D4B5-D6AB-9E97-C218447F8DF3}"/>
              </a:ext>
            </a:extLst>
          </p:cNvPr>
          <p:cNvCxnSpPr>
            <a:cxnSpLocks/>
          </p:cNvCxnSpPr>
          <p:nvPr/>
        </p:nvCxnSpPr>
        <p:spPr>
          <a:xfrm>
            <a:off x="2986906" y="803731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" name="Gerader Verbinder 26">
            <a:extLst>
              <a:ext uri="{FF2B5EF4-FFF2-40B4-BE49-F238E27FC236}">
                <a16:creationId xmlns:a16="http://schemas.microsoft.com/office/drawing/2014/main" id="{AE8F5BFD-178F-76E7-E793-EDB1C4A1D85B}"/>
              </a:ext>
            </a:extLst>
          </p:cNvPr>
          <p:cNvCxnSpPr>
            <a:cxnSpLocks/>
          </p:cNvCxnSpPr>
          <p:nvPr/>
        </p:nvCxnSpPr>
        <p:spPr>
          <a:xfrm>
            <a:off x="600102" y="1377787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3" name="Gerader Verbinder 27">
            <a:extLst>
              <a:ext uri="{FF2B5EF4-FFF2-40B4-BE49-F238E27FC236}">
                <a16:creationId xmlns:a16="http://schemas.microsoft.com/office/drawing/2014/main" id="{F2CC8110-125E-5116-C5A8-FBBECDD45E30}"/>
              </a:ext>
            </a:extLst>
          </p:cNvPr>
          <p:cNvCxnSpPr>
            <a:cxnSpLocks/>
          </p:cNvCxnSpPr>
          <p:nvPr/>
        </p:nvCxnSpPr>
        <p:spPr>
          <a:xfrm>
            <a:off x="1495524" y="1393247"/>
            <a:ext cx="263730" cy="389226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436174F1-7FF8-B848-7400-B4792561AD77}"/>
              </a:ext>
            </a:extLst>
          </p:cNvPr>
          <p:cNvSpPr/>
          <p:nvPr/>
        </p:nvSpPr>
        <p:spPr>
          <a:xfrm>
            <a:off x="600102" y="1398289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F2C8FF3-90EE-3F18-DC74-B52DFBFA1DF5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CB5106BF-4106-2840-38B6-694E5348EFEE}"/>
              </a:ext>
            </a:extLst>
          </p:cNvPr>
          <p:cNvSpPr/>
          <p:nvPr/>
        </p:nvSpPr>
        <p:spPr>
          <a:xfrm>
            <a:off x="1482812" y="1396322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BB6CCC06-645B-2E09-123E-BFA1C6E4C66C}"/>
              </a:ext>
            </a:extLst>
          </p:cNvPr>
          <p:cNvCxnSpPr>
            <a:cxnSpLocks/>
          </p:cNvCxnSpPr>
          <p:nvPr/>
        </p:nvCxnSpPr>
        <p:spPr>
          <a:xfrm flipV="1">
            <a:off x="2852839" y="1381898"/>
            <a:ext cx="284128" cy="39345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2" name="Gerader Verbinder 26">
            <a:extLst>
              <a:ext uri="{FF2B5EF4-FFF2-40B4-BE49-F238E27FC236}">
                <a16:creationId xmlns:a16="http://schemas.microsoft.com/office/drawing/2014/main" id="{C2AE54CB-2518-50DA-F27F-00AAAA37E36A}"/>
              </a:ext>
            </a:extLst>
          </p:cNvPr>
          <p:cNvCxnSpPr>
            <a:cxnSpLocks/>
          </p:cNvCxnSpPr>
          <p:nvPr/>
        </p:nvCxnSpPr>
        <p:spPr>
          <a:xfrm>
            <a:off x="1760840" y="1793889"/>
            <a:ext cx="1068584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0" name="Gerader Verbinder 26">
            <a:extLst>
              <a:ext uri="{FF2B5EF4-FFF2-40B4-BE49-F238E27FC236}">
                <a16:creationId xmlns:a16="http://schemas.microsoft.com/office/drawing/2014/main" id="{CE664770-EAB6-DFBA-5213-71F0985CA24E}"/>
              </a:ext>
            </a:extLst>
          </p:cNvPr>
          <p:cNvCxnSpPr>
            <a:cxnSpLocks/>
          </p:cNvCxnSpPr>
          <p:nvPr/>
        </p:nvCxnSpPr>
        <p:spPr>
          <a:xfrm>
            <a:off x="3136967" y="1381898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C20E5454-AFCB-3331-0D16-CEF2FD66A1AD}"/>
              </a:ext>
            </a:extLst>
          </p:cNvPr>
          <p:cNvSpPr/>
          <p:nvPr/>
        </p:nvSpPr>
        <p:spPr>
          <a:xfrm>
            <a:off x="3143248" y="1390851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B7BA2D14-35E1-DD3F-9FEB-840FF9CC6AB8}"/>
              </a:ext>
            </a:extLst>
          </p:cNvPr>
          <p:cNvSpPr/>
          <p:nvPr/>
        </p:nvSpPr>
        <p:spPr>
          <a:xfrm>
            <a:off x="2854412" y="137778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0122AFD-C29A-D57E-C4EC-C2BEDC34DDE5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9" name="Gerader Verbinder 26">
            <a:extLst>
              <a:ext uri="{FF2B5EF4-FFF2-40B4-BE49-F238E27FC236}">
                <a16:creationId xmlns:a16="http://schemas.microsoft.com/office/drawing/2014/main" id="{E1BC143B-77DF-559D-4CC4-BFD6ED47610F}"/>
              </a:ext>
            </a:extLst>
          </p:cNvPr>
          <p:cNvCxnSpPr>
            <a:cxnSpLocks/>
          </p:cNvCxnSpPr>
          <p:nvPr/>
        </p:nvCxnSpPr>
        <p:spPr>
          <a:xfrm>
            <a:off x="591666" y="2356450"/>
            <a:ext cx="3470811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BBF4034A-8A98-46A8-4AA6-122E83D78E95}"/>
              </a:ext>
            </a:extLst>
          </p:cNvPr>
          <p:cNvSpPr/>
          <p:nvPr/>
        </p:nvSpPr>
        <p:spPr>
          <a:xfrm>
            <a:off x="595740" y="2381981"/>
            <a:ext cx="3466738" cy="501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B022786-AF00-81A3-067C-CF68297F7B33}"/>
              </a:ext>
            </a:extLst>
          </p:cNvPr>
          <p:cNvSpPr/>
          <p:nvPr/>
        </p:nvSpPr>
        <p:spPr>
          <a:xfrm>
            <a:off x="3164131" y="2803908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CD6A0593-89CC-FBC3-36FB-AB900A870E86}"/>
              </a:ext>
            </a:extLst>
          </p:cNvPr>
          <p:cNvSpPr/>
          <p:nvPr/>
        </p:nvSpPr>
        <p:spPr>
          <a:xfrm>
            <a:off x="2858390" y="2787188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9" name="Gerader Verbinder 26">
            <a:extLst>
              <a:ext uri="{FF2B5EF4-FFF2-40B4-BE49-F238E27FC236}">
                <a16:creationId xmlns:a16="http://schemas.microsoft.com/office/drawing/2014/main" id="{BB048997-8DE9-145C-9021-CB85A7309320}"/>
              </a:ext>
            </a:extLst>
          </p:cNvPr>
          <p:cNvCxnSpPr>
            <a:cxnSpLocks/>
          </p:cNvCxnSpPr>
          <p:nvPr/>
        </p:nvCxnSpPr>
        <p:spPr>
          <a:xfrm flipV="1">
            <a:off x="3129855" y="2787188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9D13CE42-4288-49FD-DA2B-46D7A49FB28A}"/>
              </a:ext>
            </a:extLst>
          </p:cNvPr>
          <p:cNvSpPr/>
          <p:nvPr/>
        </p:nvSpPr>
        <p:spPr>
          <a:xfrm>
            <a:off x="1485834" y="2808573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A9E48FD8-2EFF-EFA4-53BE-54D65CFDFD47}"/>
              </a:ext>
            </a:extLst>
          </p:cNvPr>
          <p:cNvSpPr/>
          <p:nvPr/>
        </p:nvSpPr>
        <p:spPr>
          <a:xfrm>
            <a:off x="565788" y="2818379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7" name="Gerader Verbinder 26">
            <a:extLst>
              <a:ext uri="{FF2B5EF4-FFF2-40B4-BE49-F238E27FC236}">
                <a16:creationId xmlns:a16="http://schemas.microsoft.com/office/drawing/2014/main" id="{3976380A-F82C-8F0C-F679-370D281C1573}"/>
              </a:ext>
            </a:extLst>
          </p:cNvPr>
          <p:cNvCxnSpPr>
            <a:cxnSpLocks/>
          </p:cNvCxnSpPr>
          <p:nvPr/>
        </p:nvCxnSpPr>
        <p:spPr>
          <a:xfrm>
            <a:off x="559787" y="2793668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8" name="Gerader Verbinder 27">
            <a:extLst>
              <a:ext uri="{FF2B5EF4-FFF2-40B4-BE49-F238E27FC236}">
                <a16:creationId xmlns:a16="http://schemas.microsoft.com/office/drawing/2014/main" id="{D4CC4418-2174-DAEF-242E-57BA9C0069FD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1487105" y="2804493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9" name="Gerader Verbinder 27">
            <a:extLst>
              <a:ext uri="{FF2B5EF4-FFF2-40B4-BE49-F238E27FC236}">
                <a16:creationId xmlns:a16="http://schemas.microsoft.com/office/drawing/2014/main" id="{ACF56F39-00C3-9809-7780-81786509F4EF}"/>
              </a:ext>
            </a:extLst>
          </p:cNvPr>
          <p:cNvCxnSpPr>
            <a:cxnSpLocks/>
          </p:cNvCxnSpPr>
          <p:nvPr/>
        </p:nvCxnSpPr>
        <p:spPr>
          <a:xfrm flipV="1">
            <a:off x="1777238" y="3164629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1" name="Gerader Verbinder 27">
            <a:extLst>
              <a:ext uri="{FF2B5EF4-FFF2-40B4-BE49-F238E27FC236}">
                <a16:creationId xmlns:a16="http://schemas.microsoft.com/office/drawing/2014/main" id="{DACB8A82-31F1-A449-EAD8-4FE928E5DEBB}"/>
              </a:ext>
            </a:extLst>
          </p:cNvPr>
          <p:cNvCxnSpPr>
            <a:cxnSpLocks/>
          </p:cNvCxnSpPr>
          <p:nvPr/>
        </p:nvCxnSpPr>
        <p:spPr>
          <a:xfrm flipV="1">
            <a:off x="2864994" y="2792142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3" name="Textfeld 40">
            <a:extLst>
              <a:ext uri="{FF2B5EF4-FFF2-40B4-BE49-F238E27FC236}">
                <a16:creationId xmlns:a16="http://schemas.microsoft.com/office/drawing/2014/main" id="{6D0F97C1-E608-D6A4-420F-E0E70A225F5C}"/>
              </a:ext>
            </a:extLst>
          </p:cNvPr>
          <p:cNvSpPr txBox="1"/>
          <p:nvPr/>
        </p:nvSpPr>
        <p:spPr>
          <a:xfrm>
            <a:off x="3092395" y="647247"/>
            <a:ext cx="11717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客服坡道制动力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24" name="Gerade Verbindung mit Pfeil 61">
            <a:extLst>
              <a:ext uri="{FF2B5EF4-FFF2-40B4-BE49-F238E27FC236}">
                <a16:creationId xmlns:a16="http://schemas.microsoft.com/office/drawing/2014/main" id="{3EA58D44-CB21-C508-02FF-9180783BBE3E}"/>
              </a:ext>
            </a:extLst>
          </p:cNvPr>
          <p:cNvCxnSpPr>
            <a:cxnSpLocks/>
          </p:cNvCxnSpPr>
          <p:nvPr/>
        </p:nvCxnSpPr>
        <p:spPr>
          <a:xfrm>
            <a:off x="1638770" y="971637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34" name="Textfeld 40">
            <a:extLst>
              <a:ext uri="{FF2B5EF4-FFF2-40B4-BE49-F238E27FC236}">
                <a16:creationId xmlns:a16="http://schemas.microsoft.com/office/drawing/2014/main" id="{F2681DE3-996A-63A6-D253-CD41DA540B36}"/>
              </a:ext>
            </a:extLst>
          </p:cNvPr>
          <p:cNvSpPr txBox="1"/>
          <p:nvPr/>
        </p:nvSpPr>
        <p:spPr>
          <a:xfrm>
            <a:off x="1824307" y="1101925"/>
            <a:ext cx="1003480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</a:rPr>
              <a:t>踏板制动力</a:t>
            </a:r>
            <a:r>
              <a:rPr lang="en-US" altLang="zh-CN" sz="600" kern="0" dirty="0">
                <a:solidFill>
                  <a:srgbClr val="000000"/>
                </a:solidFill>
                <a:highlight>
                  <a:srgbClr val="00FFFF"/>
                </a:highlight>
              </a:rPr>
              <a:t>&lt; </a:t>
            </a:r>
            <a:r>
              <a:rPr lang="zh-CN" altLang="en-US" sz="600" kern="0" dirty="0">
                <a:solidFill>
                  <a:srgbClr val="000000"/>
                </a:solidFill>
                <a:highlight>
                  <a:srgbClr val="00FFFF"/>
                </a:highlight>
              </a:rPr>
              <a:t>客服坡道制动力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LnTx/>
              <a:uFillTx/>
            </a:endParaRPr>
          </a:p>
        </p:txBody>
      </p:sp>
      <p:cxnSp>
        <p:nvCxnSpPr>
          <p:cNvPr id="138" name="Gerader Verbinder 21">
            <a:extLst>
              <a:ext uri="{FF2B5EF4-FFF2-40B4-BE49-F238E27FC236}">
                <a16:creationId xmlns:a16="http://schemas.microsoft.com/office/drawing/2014/main" id="{43717C59-6263-9A58-FD9F-45023CE8AB9D}"/>
              </a:ext>
            </a:extLst>
          </p:cNvPr>
          <p:cNvCxnSpPr>
            <a:cxnSpLocks/>
          </p:cNvCxnSpPr>
          <p:nvPr/>
        </p:nvCxnSpPr>
        <p:spPr>
          <a:xfrm flipH="1">
            <a:off x="565431" y="4631724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9" name="Gerader Verbinder 16">
            <a:extLst>
              <a:ext uri="{FF2B5EF4-FFF2-40B4-BE49-F238E27FC236}">
                <a16:creationId xmlns:a16="http://schemas.microsoft.com/office/drawing/2014/main" id="{D1806738-3E1A-0D16-4A49-DD32D72E89B6}"/>
              </a:ext>
            </a:extLst>
          </p:cNvPr>
          <p:cNvCxnSpPr>
            <a:cxnSpLocks/>
          </p:cNvCxnSpPr>
          <p:nvPr/>
        </p:nvCxnSpPr>
        <p:spPr>
          <a:xfrm flipH="1">
            <a:off x="564851" y="3291177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40" name="Gerader Verbinder 27">
            <a:extLst>
              <a:ext uri="{FF2B5EF4-FFF2-40B4-BE49-F238E27FC236}">
                <a16:creationId xmlns:a16="http://schemas.microsoft.com/office/drawing/2014/main" id="{7265598B-6556-35A9-D5C0-E1D13EF40642}"/>
              </a:ext>
            </a:extLst>
          </p:cNvPr>
          <p:cNvCxnSpPr>
            <a:cxnSpLocks/>
          </p:cNvCxnSpPr>
          <p:nvPr/>
        </p:nvCxnSpPr>
        <p:spPr>
          <a:xfrm>
            <a:off x="565788" y="3385974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4" name="Gerader Verbinder 27">
            <a:extLst>
              <a:ext uri="{FF2B5EF4-FFF2-40B4-BE49-F238E27FC236}">
                <a16:creationId xmlns:a16="http://schemas.microsoft.com/office/drawing/2014/main" id="{1B406C93-B1D9-F2BA-C374-E5E473E54CA8}"/>
              </a:ext>
            </a:extLst>
          </p:cNvPr>
          <p:cNvCxnSpPr>
            <a:cxnSpLocks/>
          </p:cNvCxnSpPr>
          <p:nvPr/>
        </p:nvCxnSpPr>
        <p:spPr>
          <a:xfrm>
            <a:off x="1442371" y="3879684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55" name="Gerader Verbinder 27">
            <a:extLst>
              <a:ext uri="{FF2B5EF4-FFF2-40B4-BE49-F238E27FC236}">
                <a16:creationId xmlns:a16="http://schemas.microsoft.com/office/drawing/2014/main" id="{578E80AA-053F-27CE-1945-96C423E9C970}"/>
              </a:ext>
            </a:extLst>
          </p:cNvPr>
          <p:cNvCxnSpPr>
            <a:cxnSpLocks/>
          </p:cNvCxnSpPr>
          <p:nvPr/>
        </p:nvCxnSpPr>
        <p:spPr>
          <a:xfrm flipV="1">
            <a:off x="1650746" y="3716167"/>
            <a:ext cx="1325159" cy="209405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60" name="Textfeld 10">
            <a:extLst>
              <a:ext uri="{FF2B5EF4-FFF2-40B4-BE49-F238E27FC236}">
                <a16:creationId xmlns:a16="http://schemas.microsoft.com/office/drawing/2014/main" id="{98363E5E-C681-DDAF-618F-DC04F7897C06}"/>
              </a:ext>
            </a:extLst>
          </p:cNvPr>
          <p:cNvSpPr txBox="1"/>
          <p:nvPr/>
        </p:nvSpPr>
        <p:spPr>
          <a:xfrm rot="16200000">
            <a:off x="-98449" y="3807940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2" name="Gerader Verbinder 27">
            <a:extLst>
              <a:ext uri="{FF2B5EF4-FFF2-40B4-BE49-F238E27FC236}">
                <a16:creationId xmlns:a16="http://schemas.microsoft.com/office/drawing/2014/main" id="{F7E8B85F-DD8B-4E82-1A29-7C6FA4480733}"/>
              </a:ext>
            </a:extLst>
          </p:cNvPr>
          <p:cNvCxnSpPr>
            <a:cxnSpLocks/>
          </p:cNvCxnSpPr>
          <p:nvPr/>
        </p:nvCxnSpPr>
        <p:spPr>
          <a:xfrm>
            <a:off x="2986906" y="3707929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6" name="Gerader Verbinder 27">
            <a:extLst>
              <a:ext uri="{FF2B5EF4-FFF2-40B4-BE49-F238E27FC236}">
                <a16:creationId xmlns:a16="http://schemas.microsoft.com/office/drawing/2014/main" id="{7D7E4B9B-5035-5627-ACF6-923D9C946963}"/>
              </a:ext>
            </a:extLst>
          </p:cNvPr>
          <p:cNvCxnSpPr>
            <a:cxnSpLocks/>
          </p:cNvCxnSpPr>
          <p:nvPr/>
        </p:nvCxnSpPr>
        <p:spPr>
          <a:xfrm>
            <a:off x="3175770" y="3753393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797498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3E504E-8B94-B9E5-B3E0-BDBBC40C8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591F589E-1B42-A97A-A11D-08005285AD43}"/>
              </a:ext>
            </a:extLst>
          </p:cNvPr>
          <p:cNvSpPr/>
          <p:nvPr/>
        </p:nvSpPr>
        <p:spPr>
          <a:xfrm>
            <a:off x="3142123" y="1499294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2FBFF849-15AC-8A77-CFFD-8740E50571E0}"/>
              </a:ext>
            </a:extLst>
          </p:cNvPr>
          <p:cNvSpPr/>
          <p:nvPr/>
        </p:nvSpPr>
        <p:spPr>
          <a:xfrm>
            <a:off x="2860591" y="1476641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30" name="Gerader Verbinder 26">
            <a:extLst>
              <a:ext uri="{FF2B5EF4-FFF2-40B4-BE49-F238E27FC236}">
                <a16:creationId xmlns:a16="http://schemas.microsoft.com/office/drawing/2014/main" id="{29790D81-1C9A-EE0D-3B96-65885F90F055}"/>
              </a:ext>
            </a:extLst>
          </p:cNvPr>
          <p:cNvCxnSpPr>
            <a:cxnSpLocks/>
          </p:cNvCxnSpPr>
          <p:nvPr/>
        </p:nvCxnSpPr>
        <p:spPr>
          <a:xfrm>
            <a:off x="3136967" y="147457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87FFDE10-3F95-42D5-89C1-C9B65ED57DF2}"/>
              </a:ext>
            </a:extLst>
          </p:cNvPr>
          <p:cNvSpPr/>
          <p:nvPr/>
        </p:nvSpPr>
        <p:spPr>
          <a:xfrm>
            <a:off x="1761252" y="1804088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F42B48A9-D5FA-FF3B-D1C0-1FC24610DBE4}"/>
              </a:ext>
            </a:extLst>
          </p:cNvPr>
          <p:cNvSpPr/>
          <p:nvPr/>
        </p:nvSpPr>
        <p:spPr>
          <a:xfrm>
            <a:off x="1482812" y="1467300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1" name="Gerader Verbinder 13">
            <a:extLst>
              <a:ext uri="{FF2B5EF4-FFF2-40B4-BE49-F238E27FC236}">
                <a16:creationId xmlns:a16="http://schemas.microsoft.com/office/drawing/2014/main" id="{2DE47C69-0962-FC12-62BC-D51130B746C0}"/>
              </a:ext>
            </a:extLst>
          </p:cNvPr>
          <p:cNvCxnSpPr>
            <a:cxnSpLocks/>
          </p:cNvCxnSpPr>
          <p:nvPr/>
        </p:nvCxnSpPr>
        <p:spPr>
          <a:xfrm flipH="1">
            <a:off x="1635509" y="74702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888F5CD8-10C0-A5B5-9EC9-BC1094A79D8B}"/>
              </a:ext>
            </a:extLst>
          </p:cNvPr>
          <p:cNvSpPr/>
          <p:nvPr/>
        </p:nvSpPr>
        <p:spPr>
          <a:xfrm>
            <a:off x="593448" y="1489081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E736BB7-F108-9E75-9876-98FD7FBD8460}"/>
              </a:ext>
            </a:extLst>
          </p:cNvPr>
          <p:cNvSpPr/>
          <p:nvPr/>
        </p:nvSpPr>
        <p:spPr>
          <a:xfrm>
            <a:off x="600102" y="1607205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BDF4F0-B932-980E-D43A-13031E81A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2DB33B6-6B02-3073-AA44-2867436E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27B308-DD05-6F3E-1CCC-A001D3D02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9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24269A8-48EC-05BF-4ACD-B6BFD214C26F}"/>
              </a:ext>
            </a:extLst>
          </p:cNvPr>
          <p:cNvCxnSpPr>
            <a:cxnSpLocks/>
          </p:cNvCxnSpPr>
          <p:nvPr/>
        </p:nvCxnSpPr>
        <p:spPr>
          <a:xfrm>
            <a:off x="568411" y="407780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FD9B907-B2C8-0FDC-B2DB-0C724B2E99EC}"/>
              </a:ext>
            </a:extLst>
          </p:cNvPr>
          <p:cNvCxnSpPr>
            <a:cxnSpLocks/>
          </p:cNvCxnSpPr>
          <p:nvPr/>
        </p:nvCxnSpPr>
        <p:spPr>
          <a:xfrm flipH="1" flipV="1">
            <a:off x="590035" y="186587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E22D9FF1-E867-9CFA-8F94-003A1D1CE0BE}"/>
              </a:ext>
            </a:extLst>
          </p:cNvPr>
          <p:cNvSpPr txBox="1"/>
          <p:nvPr/>
        </p:nvSpPr>
        <p:spPr>
          <a:xfrm rot="16200000">
            <a:off x="-150604" y="1055758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AD3C233-C0D9-AF21-59CA-92A58CD3150E}"/>
              </a:ext>
            </a:extLst>
          </p:cNvPr>
          <p:cNvSpPr txBox="1"/>
          <p:nvPr/>
        </p:nvSpPr>
        <p:spPr>
          <a:xfrm>
            <a:off x="2115050" y="455230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DB6928C8-317C-FD3F-D40A-29877D2A998B}"/>
              </a:ext>
            </a:extLst>
          </p:cNvPr>
          <p:cNvCxnSpPr>
            <a:cxnSpLocks/>
          </p:cNvCxnSpPr>
          <p:nvPr/>
        </p:nvCxnSpPr>
        <p:spPr>
          <a:xfrm>
            <a:off x="565788" y="2481537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3118BF3D-48D5-EAA5-05EB-338727E4C054}"/>
              </a:ext>
            </a:extLst>
          </p:cNvPr>
          <p:cNvSpPr txBox="1"/>
          <p:nvPr/>
        </p:nvSpPr>
        <p:spPr>
          <a:xfrm rot="16200000">
            <a:off x="-88618" y="2615187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D7E4AE6C-E50C-1751-F6D8-07D528B61EB5}"/>
              </a:ext>
            </a:extLst>
          </p:cNvPr>
          <p:cNvCxnSpPr>
            <a:cxnSpLocks/>
          </p:cNvCxnSpPr>
          <p:nvPr/>
        </p:nvCxnSpPr>
        <p:spPr>
          <a:xfrm flipH="1" flipV="1">
            <a:off x="562228" y="3176118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8B9C9195-B1B6-3C69-04D2-DE2CA7DEE854}"/>
              </a:ext>
            </a:extLst>
          </p:cNvPr>
          <p:cNvCxnSpPr>
            <a:cxnSpLocks/>
          </p:cNvCxnSpPr>
          <p:nvPr/>
        </p:nvCxnSpPr>
        <p:spPr>
          <a:xfrm>
            <a:off x="591747" y="1467300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239A45E1-918B-108F-6451-CA75A0BB80D8}"/>
              </a:ext>
            </a:extLst>
          </p:cNvPr>
          <p:cNvCxnSpPr>
            <a:cxnSpLocks/>
          </p:cNvCxnSpPr>
          <p:nvPr/>
        </p:nvCxnSpPr>
        <p:spPr>
          <a:xfrm>
            <a:off x="566352" y="1921485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D03BBFCB-7274-A664-7CAC-D5C28E228523}"/>
              </a:ext>
            </a:extLst>
          </p:cNvPr>
          <p:cNvCxnSpPr>
            <a:cxnSpLocks/>
          </p:cNvCxnSpPr>
          <p:nvPr/>
        </p:nvCxnSpPr>
        <p:spPr>
          <a:xfrm flipH="1">
            <a:off x="568411" y="2461485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2D56A2B4-A2B4-BF6E-A87E-B0B56ABF0B25}"/>
              </a:ext>
            </a:extLst>
          </p:cNvPr>
          <p:cNvSpPr txBox="1"/>
          <p:nvPr/>
        </p:nvSpPr>
        <p:spPr>
          <a:xfrm>
            <a:off x="652511" y="593386"/>
            <a:ext cx="1110882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防溜坡制动力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1AE1598-7A53-35F8-F697-49371CFC0513}"/>
              </a:ext>
            </a:extLst>
          </p:cNvPr>
          <p:cNvCxnSpPr>
            <a:cxnSpLocks/>
          </p:cNvCxnSpPr>
          <p:nvPr/>
        </p:nvCxnSpPr>
        <p:spPr>
          <a:xfrm>
            <a:off x="578553" y="788345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32AB28A3-B4F6-FF9B-C3F0-C680670331D6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69B18C6C-6597-A110-AA70-6979EA164264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A54BA72-C62D-F847-B000-4F8A67FB9324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D34AB9C1-932F-216F-803B-42FD06B6D6B2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D6FE036F-300A-1EB9-EC20-6B21D6AA6048}"/>
              </a:ext>
            </a:extLst>
          </p:cNvPr>
          <p:cNvCxnSpPr>
            <a:cxnSpLocks/>
            <a:endCxn id="31" idx="3"/>
          </p:cNvCxnSpPr>
          <p:nvPr/>
        </p:nvCxnSpPr>
        <p:spPr>
          <a:xfrm>
            <a:off x="1489525" y="1470465"/>
            <a:ext cx="265136" cy="395413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A1DACD66-E88C-438B-93E7-F1CD4A1612A4}"/>
              </a:ext>
            </a:extLst>
          </p:cNvPr>
          <p:cNvSpPr txBox="1"/>
          <p:nvPr/>
        </p:nvSpPr>
        <p:spPr>
          <a:xfrm rot="16200000">
            <a:off x="13807" y="1921566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14" name="Gerader Verbinder 27">
            <a:extLst>
              <a:ext uri="{FF2B5EF4-FFF2-40B4-BE49-F238E27FC236}">
                <a16:creationId xmlns:a16="http://schemas.microsoft.com/office/drawing/2014/main" id="{ED656CCC-4DD4-FBE1-4569-8C6717EEA74A}"/>
              </a:ext>
            </a:extLst>
          </p:cNvPr>
          <p:cNvCxnSpPr>
            <a:cxnSpLocks/>
          </p:cNvCxnSpPr>
          <p:nvPr/>
        </p:nvCxnSpPr>
        <p:spPr>
          <a:xfrm flipV="1">
            <a:off x="1755074" y="1859691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8" name="Gerader Verbinder 27">
            <a:extLst>
              <a:ext uri="{FF2B5EF4-FFF2-40B4-BE49-F238E27FC236}">
                <a16:creationId xmlns:a16="http://schemas.microsoft.com/office/drawing/2014/main" id="{78F2DCBF-89ED-EB6C-8E36-B784251B2F78}"/>
              </a:ext>
            </a:extLst>
          </p:cNvPr>
          <p:cNvCxnSpPr>
            <a:cxnSpLocks/>
          </p:cNvCxnSpPr>
          <p:nvPr/>
        </p:nvCxnSpPr>
        <p:spPr>
          <a:xfrm flipV="1">
            <a:off x="2861584" y="1481986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7" name="Gerader Verbinder 13">
            <a:extLst>
              <a:ext uri="{FF2B5EF4-FFF2-40B4-BE49-F238E27FC236}">
                <a16:creationId xmlns:a16="http://schemas.microsoft.com/office/drawing/2014/main" id="{19CD248F-5818-AD83-625C-58A2F7A99A27}"/>
              </a:ext>
            </a:extLst>
          </p:cNvPr>
          <p:cNvCxnSpPr>
            <a:cxnSpLocks/>
          </p:cNvCxnSpPr>
          <p:nvPr/>
        </p:nvCxnSpPr>
        <p:spPr>
          <a:xfrm flipH="1">
            <a:off x="2986906" y="7184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32" name="Gerade Verbindung mit Pfeil 61">
            <a:extLst>
              <a:ext uri="{FF2B5EF4-FFF2-40B4-BE49-F238E27FC236}">
                <a16:creationId xmlns:a16="http://schemas.microsoft.com/office/drawing/2014/main" id="{99F4D38E-1E16-BDD5-FECA-53531A975C01}"/>
              </a:ext>
            </a:extLst>
          </p:cNvPr>
          <p:cNvCxnSpPr>
            <a:cxnSpLocks/>
          </p:cNvCxnSpPr>
          <p:nvPr/>
        </p:nvCxnSpPr>
        <p:spPr>
          <a:xfrm>
            <a:off x="2986906" y="803731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" name="Gerader Verbinder 26">
            <a:extLst>
              <a:ext uri="{FF2B5EF4-FFF2-40B4-BE49-F238E27FC236}">
                <a16:creationId xmlns:a16="http://schemas.microsoft.com/office/drawing/2014/main" id="{1649EE8E-C1BB-5C07-A363-BF4DD5E2AE73}"/>
              </a:ext>
            </a:extLst>
          </p:cNvPr>
          <p:cNvCxnSpPr>
            <a:cxnSpLocks/>
          </p:cNvCxnSpPr>
          <p:nvPr/>
        </p:nvCxnSpPr>
        <p:spPr>
          <a:xfrm>
            <a:off x="600102" y="1377787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3" name="Gerader Verbinder 27">
            <a:extLst>
              <a:ext uri="{FF2B5EF4-FFF2-40B4-BE49-F238E27FC236}">
                <a16:creationId xmlns:a16="http://schemas.microsoft.com/office/drawing/2014/main" id="{5CE6BB6C-BC86-4E80-36D5-50E399989D42}"/>
              </a:ext>
            </a:extLst>
          </p:cNvPr>
          <p:cNvCxnSpPr>
            <a:cxnSpLocks/>
          </p:cNvCxnSpPr>
          <p:nvPr/>
        </p:nvCxnSpPr>
        <p:spPr>
          <a:xfrm>
            <a:off x="1495524" y="1393247"/>
            <a:ext cx="263730" cy="389226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79E41686-6CE8-90DF-0F08-532C9CCF24C1}"/>
              </a:ext>
            </a:extLst>
          </p:cNvPr>
          <p:cNvSpPr/>
          <p:nvPr/>
        </p:nvSpPr>
        <p:spPr>
          <a:xfrm>
            <a:off x="600102" y="1398289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FF5CAF-5080-9AE1-B1C2-F441E7B37750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DBED5B05-AD77-0BD1-AC07-B7106F08F515}"/>
              </a:ext>
            </a:extLst>
          </p:cNvPr>
          <p:cNvSpPr/>
          <p:nvPr/>
        </p:nvSpPr>
        <p:spPr>
          <a:xfrm>
            <a:off x="1482812" y="1396322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C2492D90-92CF-BFAB-2281-C3F4AF9E67D6}"/>
              </a:ext>
            </a:extLst>
          </p:cNvPr>
          <p:cNvCxnSpPr>
            <a:cxnSpLocks/>
          </p:cNvCxnSpPr>
          <p:nvPr/>
        </p:nvCxnSpPr>
        <p:spPr>
          <a:xfrm flipV="1">
            <a:off x="2852839" y="1381898"/>
            <a:ext cx="284128" cy="39345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2" name="Gerader Verbinder 26">
            <a:extLst>
              <a:ext uri="{FF2B5EF4-FFF2-40B4-BE49-F238E27FC236}">
                <a16:creationId xmlns:a16="http://schemas.microsoft.com/office/drawing/2014/main" id="{94FEE8ED-BAA0-5ABB-C276-E6176751631B}"/>
              </a:ext>
            </a:extLst>
          </p:cNvPr>
          <p:cNvCxnSpPr>
            <a:cxnSpLocks/>
          </p:cNvCxnSpPr>
          <p:nvPr/>
        </p:nvCxnSpPr>
        <p:spPr>
          <a:xfrm>
            <a:off x="1760840" y="1793889"/>
            <a:ext cx="1068584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0" name="Gerader Verbinder 26">
            <a:extLst>
              <a:ext uri="{FF2B5EF4-FFF2-40B4-BE49-F238E27FC236}">
                <a16:creationId xmlns:a16="http://schemas.microsoft.com/office/drawing/2014/main" id="{C702AA2E-E29F-2D8B-3A65-8E6405706494}"/>
              </a:ext>
            </a:extLst>
          </p:cNvPr>
          <p:cNvCxnSpPr>
            <a:cxnSpLocks/>
          </p:cNvCxnSpPr>
          <p:nvPr/>
        </p:nvCxnSpPr>
        <p:spPr>
          <a:xfrm>
            <a:off x="3136967" y="1381898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1C61253A-FB4E-01DD-3BE9-77613E91CE96}"/>
              </a:ext>
            </a:extLst>
          </p:cNvPr>
          <p:cNvSpPr/>
          <p:nvPr/>
        </p:nvSpPr>
        <p:spPr>
          <a:xfrm>
            <a:off x="3143248" y="1390851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B1860441-FF71-15D6-16E5-5678D6A7E4D6}"/>
              </a:ext>
            </a:extLst>
          </p:cNvPr>
          <p:cNvSpPr/>
          <p:nvPr/>
        </p:nvSpPr>
        <p:spPr>
          <a:xfrm>
            <a:off x="2854412" y="137778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31E1D5EB-A9E5-BF8C-7926-9F21924DC2F6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9" name="Gerader Verbinder 26">
            <a:extLst>
              <a:ext uri="{FF2B5EF4-FFF2-40B4-BE49-F238E27FC236}">
                <a16:creationId xmlns:a16="http://schemas.microsoft.com/office/drawing/2014/main" id="{B03696F1-D93C-9962-689C-1AB9B70E0B7E}"/>
              </a:ext>
            </a:extLst>
          </p:cNvPr>
          <p:cNvCxnSpPr>
            <a:cxnSpLocks/>
          </p:cNvCxnSpPr>
          <p:nvPr/>
        </p:nvCxnSpPr>
        <p:spPr>
          <a:xfrm>
            <a:off x="591666" y="2356450"/>
            <a:ext cx="3470811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1E21FEFD-B2FD-5AB6-5661-C91E46BCCE32}"/>
              </a:ext>
            </a:extLst>
          </p:cNvPr>
          <p:cNvSpPr/>
          <p:nvPr/>
        </p:nvSpPr>
        <p:spPr>
          <a:xfrm>
            <a:off x="595740" y="2375803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69B1911-2F5D-4146-59D7-0A63ADA324E8}"/>
              </a:ext>
            </a:extLst>
          </p:cNvPr>
          <p:cNvSpPr/>
          <p:nvPr/>
        </p:nvSpPr>
        <p:spPr>
          <a:xfrm>
            <a:off x="3164131" y="2803908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D54B93DC-FEA1-0D49-75A4-9CFDC96EA3DC}"/>
              </a:ext>
            </a:extLst>
          </p:cNvPr>
          <p:cNvSpPr/>
          <p:nvPr/>
        </p:nvSpPr>
        <p:spPr>
          <a:xfrm>
            <a:off x="2858390" y="2787188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9" name="Gerader Verbinder 26">
            <a:extLst>
              <a:ext uri="{FF2B5EF4-FFF2-40B4-BE49-F238E27FC236}">
                <a16:creationId xmlns:a16="http://schemas.microsoft.com/office/drawing/2014/main" id="{5B292F9C-F8F4-82AA-C83F-F99BD0433F4F}"/>
              </a:ext>
            </a:extLst>
          </p:cNvPr>
          <p:cNvCxnSpPr>
            <a:cxnSpLocks/>
          </p:cNvCxnSpPr>
          <p:nvPr/>
        </p:nvCxnSpPr>
        <p:spPr>
          <a:xfrm flipV="1">
            <a:off x="3129855" y="2787188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1E78997-CD5E-320F-69E7-4D6950310174}"/>
              </a:ext>
            </a:extLst>
          </p:cNvPr>
          <p:cNvSpPr/>
          <p:nvPr/>
        </p:nvSpPr>
        <p:spPr>
          <a:xfrm>
            <a:off x="1485834" y="2808573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5D638306-A02D-99E5-EBDA-3B2FDCE2136B}"/>
              </a:ext>
            </a:extLst>
          </p:cNvPr>
          <p:cNvSpPr/>
          <p:nvPr/>
        </p:nvSpPr>
        <p:spPr>
          <a:xfrm>
            <a:off x="565788" y="2818379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7" name="Gerader Verbinder 26">
            <a:extLst>
              <a:ext uri="{FF2B5EF4-FFF2-40B4-BE49-F238E27FC236}">
                <a16:creationId xmlns:a16="http://schemas.microsoft.com/office/drawing/2014/main" id="{0DF6A2FB-C483-B3F6-A62C-CE87A943CDC5}"/>
              </a:ext>
            </a:extLst>
          </p:cNvPr>
          <p:cNvCxnSpPr>
            <a:cxnSpLocks/>
          </p:cNvCxnSpPr>
          <p:nvPr/>
        </p:nvCxnSpPr>
        <p:spPr>
          <a:xfrm>
            <a:off x="559787" y="2793668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8" name="Gerader Verbinder 27">
            <a:extLst>
              <a:ext uri="{FF2B5EF4-FFF2-40B4-BE49-F238E27FC236}">
                <a16:creationId xmlns:a16="http://schemas.microsoft.com/office/drawing/2014/main" id="{8AC103D8-BEE5-2F11-D286-A87D6E41D8A1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1487105" y="2804493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9" name="Gerader Verbinder 27">
            <a:extLst>
              <a:ext uri="{FF2B5EF4-FFF2-40B4-BE49-F238E27FC236}">
                <a16:creationId xmlns:a16="http://schemas.microsoft.com/office/drawing/2014/main" id="{534B08AB-FD78-48DC-CD2B-9B52FCEC4F95}"/>
              </a:ext>
            </a:extLst>
          </p:cNvPr>
          <p:cNvCxnSpPr>
            <a:cxnSpLocks/>
          </p:cNvCxnSpPr>
          <p:nvPr/>
        </p:nvCxnSpPr>
        <p:spPr>
          <a:xfrm flipV="1">
            <a:off x="1777238" y="3164629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1" name="Gerader Verbinder 27">
            <a:extLst>
              <a:ext uri="{FF2B5EF4-FFF2-40B4-BE49-F238E27FC236}">
                <a16:creationId xmlns:a16="http://schemas.microsoft.com/office/drawing/2014/main" id="{395220F5-A572-E6EE-7D28-493BDB76F1B0}"/>
              </a:ext>
            </a:extLst>
          </p:cNvPr>
          <p:cNvCxnSpPr>
            <a:cxnSpLocks/>
          </p:cNvCxnSpPr>
          <p:nvPr/>
        </p:nvCxnSpPr>
        <p:spPr>
          <a:xfrm flipV="1">
            <a:off x="2864994" y="2792142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3" name="Textfeld 40">
            <a:extLst>
              <a:ext uri="{FF2B5EF4-FFF2-40B4-BE49-F238E27FC236}">
                <a16:creationId xmlns:a16="http://schemas.microsoft.com/office/drawing/2014/main" id="{ED5FE4C5-F1A4-4574-2D91-4FEDF5046163}"/>
              </a:ext>
            </a:extLst>
          </p:cNvPr>
          <p:cNvSpPr txBox="1"/>
          <p:nvPr/>
        </p:nvSpPr>
        <p:spPr>
          <a:xfrm>
            <a:off x="3092395" y="647247"/>
            <a:ext cx="105317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防溜坡制动力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24" name="Gerade Verbindung mit Pfeil 61">
            <a:extLst>
              <a:ext uri="{FF2B5EF4-FFF2-40B4-BE49-F238E27FC236}">
                <a16:creationId xmlns:a16="http://schemas.microsoft.com/office/drawing/2014/main" id="{D308BAFB-7C25-3A9B-F640-AB657179DD14}"/>
              </a:ext>
            </a:extLst>
          </p:cNvPr>
          <p:cNvCxnSpPr>
            <a:cxnSpLocks/>
          </p:cNvCxnSpPr>
          <p:nvPr/>
        </p:nvCxnSpPr>
        <p:spPr>
          <a:xfrm>
            <a:off x="1638770" y="971637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34" name="Textfeld 40">
            <a:extLst>
              <a:ext uri="{FF2B5EF4-FFF2-40B4-BE49-F238E27FC236}">
                <a16:creationId xmlns:a16="http://schemas.microsoft.com/office/drawing/2014/main" id="{694DD0EE-6A72-704C-0CFE-12335D7E6D93}"/>
              </a:ext>
            </a:extLst>
          </p:cNvPr>
          <p:cNvSpPr txBox="1"/>
          <p:nvPr/>
        </p:nvSpPr>
        <p:spPr>
          <a:xfrm>
            <a:off x="1824307" y="1101925"/>
            <a:ext cx="90249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</a:rPr>
              <a:t>踏板制动力</a:t>
            </a:r>
            <a:r>
              <a:rPr lang="en-US" altLang="zh-CN" sz="600" kern="0" dirty="0">
                <a:solidFill>
                  <a:srgbClr val="000000"/>
                </a:solidFill>
                <a:highlight>
                  <a:srgbClr val="00FFFF"/>
                </a:highlight>
              </a:rPr>
              <a:t>&lt;</a:t>
            </a:r>
            <a:r>
              <a:rPr lang="zh-CN" altLang="en-US" sz="600" kern="0" dirty="0">
                <a:solidFill>
                  <a:srgbClr val="000000"/>
                </a:solidFill>
                <a:highlight>
                  <a:srgbClr val="00FFFF"/>
                </a:highlight>
              </a:rPr>
              <a:t>防溜坡制动力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LnTx/>
              <a:uFillTx/>
            </a:endParaRPr>
          </a:p>
        </p:txBody>
      </p:sp>
      <p:cxnSp>
        <p:nvCxnSpPr>
          <p:cNvPr id="138" name="Gerader Verbinder 21">
            <a:extLst>
              <a:ext uri="{FF2B5EF4-FFF2-40B4-BE49-F238E27FC236}">
                <a16:creationId xmlns:a16="http://schemas.microsoft.com/office/drawing/2014/main" id="{22F7BAF0-DD6A-0733-0979-239B222600C7}"/>
              </a:ext>
            </a:extLst>
          </p:cNvPr>
          <p:cNvCxnSpPr>
            <a:cxnSpLocks/>
          </p:cNvCxnSpPr>
          <p:nvPr/>
        </p:nvCxnSpPr>
        <p:spPr>
          <a:xfrm flipH="1">
            <a:off x="565431" y="4573770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9" name="Gerader Verbinder 16">
            <a:extLst>
              <a:ext uri="{FF2B5EF4-FFF2-40B4-BE49-F238E27FC236}">
                <a16:creationId xmlns:a16="http://schemas.microsoft.com/office/drawing/2014/main" id="{2B936B02-7C13-B0BD-4E06-B12A471C5207}"/>
              </a:ext>
            </a:extLst>
          </p:cNvPr>
          <p:cNvCxnSpPr>
            <a:cxnSpLocks/>
          </p:cNvCxnSpPr>
          <p:nvPr/>
        </p:nvCxnSpPr>
        <p:spPr>
          <a:xfrm flipH="1">
            <a:off x="564851" y="3291177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40" name="Gerader Verbinder 27">
            <a:extLst>
              <a:ext uri="{FF2B5EF4-FFF2-40B4-BE49-F238E27FC236}">
                <a16:creationId xmlns:a16="http://schemas.microsoft.com/office/drawing/2014/main" id="{E9B4907D-2D60-3A12-E45B-A0077A338B45}"/>
              </a:ext>
            </a:extLst>
          </p:cNvPr>
          <p:cNvCxnSpPr>
            <a:cxnSpLocks/>
          </p:cNvCxnSpPr>
          <p:nvPr/>
        </p:nvCxnSpPr>
        <p:spPr>
          <a:xfrm>
            <a:off x="565788" y="3385974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4" name="Gerader Verbinder 27">
            <a:extLst>
              <a:ext uri="{FF2B5EF4-FFF2-40B4-BE49-F238E27FC236}">
                <a16:creationId xmlns:a16="http://schemas.microsoft.com/office/drawing/2014/main" id="{3B3E1774-96A4-447B-2F67-F0BADCC8D601}"/>
              </a:ext>
            </a:extLst>
          </p:cNvPr>
          <p:cNvCxnSpPr>
            <a:cxnSpLocks/>
          </p:cNvCxnSpPr>
          <p:nvPr/>
        </p:nvCxnSpPr>
        <p:spPr>
          <a:xfrm>
            <a:off x="1442371" y="3879684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55" name="Gerader Verbinder 27">
            <a:extLst>
              <a:ext uri="{FF2B5EF4-FFF2-40B4-BE49-F238E27FC236}">
                <a16:creationId xmlns:a16="http://schemas.microsoft.com/office/drawing/2014/main" id="{29810619-53AE-D7CA-256C-01F6F0F33E9C}"/>
              </a:ext>
            </a:extLst>
          </p:cNvPr>
          <p:cNvCxnSpPr>
            <a:cxnSpLocks/>
          </p:cNvCxnSpPr>
          <p:nvPr/>
        </p:nvCxnSpPr>
        <p:spPr>
          <a:xfrm flipV="1">
            <a:off x="1650746" y="3716167"/>
            <a:ext cx="1325159" cy="209405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60" name="Textfeld 10">
            <a:extLst>
              <a:ext uri="{FF2B5EF4-FFF2-40B4-BE49-F238E27FC236}">
                <a16:creationId xmlns:a16="http://schemas.microsoft.com/office/drawing/2014/main" id="{74BC6CD0-9E84-71D6-89C1-8D7A09CF7F9C}"/>
              </a:ext>
            </a:extLst>
          </p:cNvPr>
          <p:cNvSpPr txBox="1"/>
          <p:nvPr/>
        </p:nvSpPr>
        <p:spPr>
          <a:xfrm rot="16200000">
            <a:off x="-98449" y="3807940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2" name="Gerader Verbinder 27">
            <a:extLst>
              <a:ext uri="{FF2B5EF4-FFF2-40B4-BE49-F238E27FC236}">
                <a16:creationId xmlns:a16="http://schemas.microsoft.com/office/drawing/2014/main" id="{E0040379-042D-D33C-9BB9-D33323BA5C3D}"/>
              </a:ext>
            </a:extLst>
          </p:cNvPr>
          <p:cNvCxnSpPr>
            <a:cxnSpLocks/>
          </p:cNvCxnSpPr>
          <p:nvPr/>
        </p:nvCxnSpPr>
        <p:spPr>
          <a:xfrm>
            <a:off x="2986906" y="3707929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6" name="Gerader Verbinder 27">
            <a:extLst>
              <a:ext uri="{FF2B5EF4-FFF2-40B4-BE49-F238E27FC236}">
                <a16:creationId xmlns:a16="http://schemas.microsoft.com/office/drawing/2014/main" id="{CFA3AB4C-E432-78A2-DEF8-E556B91E3D35}"/>
              </a:ext>
            </a:extLst>
          </p:cNvPr>
          <p:cNvCxnSpPr>
            <a:cxnSpLocks/>
          </p:cNvCxnSpPr>
          <p:nvPr/>
        </p:nvCxnSpPr>
        <p:spPr>
          <a:xfrm>
            <a:off x="3175770" y="3753393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89F5592-7773-93C2-3D8E-29C9579235FC}"/>
              </a:ext>
            </a:extLst>
          </p:cNvPr>
          <p:cNvSpPr/>
          <p:nvPr/>
        </p:nvSpPr>
        <p:spPr>
          <a:xfrm>
            <a:off x="7761205" y="1519979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9D1FB05C-76B1-8353-63E2-93803FCB06FD}"/>
              </a:ext>
            </a:extLst>
          </p:cNvPr>
          <p:cNvSpPr/>
          <p:nvPr/>
        </p:nvSpPr>
        <p:spPr>
          <a:xfrm>
            <a:off x="7479673" y="1497326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9" name="Gerader Verbinder 26">
            <a:extLst>
              <a:ext uri="{FF2B5EF4-FFF2-40B4-BE49-F238E27FC236}">
                <a16:creationId xmlns:a16="http://schemas.microsoft.com/office/drawing/2014/main" id="{39391453-2A2F-0168-3095-65E545CE27DB}"/>
              </a:ext>
            </a:extLst>
          </p:cNvPr>
          <p:cNvCxnSpPr>
            <a:cxnSpLocks/>
          </p:cNvCxnSpPr>
          <p:nvPr/>
        </p:nvCxnSpPr>
        <p:spPr>
          <a:xfrm>
            <a:off x="7756049" y="1495261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2D42E51F-D6E2-0A2F-124B-09535F3A2AF4}"/>
              </a:ext>
            </a:extLst>
          </p:cNvPr>
          <p:cNvSpPr/>
          <p:nvPr/>
        </p:nvSpPr>
        <p:spPr>
          <a:xfrm>
            <a:off x="6380334" y="1824773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D1FCD958-5AFE-4E1C-5A93-9D839946E3C6}"/>
              </a:ext>
            </a:extLst>
          </p:cNvPr>
          <p:cNvSpPr/>
          <p:nvPr/>
        </p:nvSpPr>
        <p:spPr>
          <a:xfrm>
            <a:off x="6101894" y="1487985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3" name="Gerader Verbinder 13">
            <a:extLst>
              <a:ext uri="{FF2B5EF4-FFF2-40B4-BE49-F238E27FC236}">
                <a16:creationId xmlns:a16="http://schemas.microsoft.com/office/drawing/2014/main" id="{E27F576C-CFFB-7E0A-3B99-035D4F02CF44}"/>
              </a:ext>
            </a:extLst>
          </p:cNvPr>
          <p:cNvCxnSpPr>
            <a:cxnSpLocks/>
          </p:cNvCxnSpPr>
          <p:nvPr/>
        </p:nvCxnSpPr>
        <p:spPr>
          <a:xfrm flipH="1">
            <a:off x="6254591" y="767714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48543BC7-1CAF-9537-B119-56C970ABC790}"/>
              </a:ext>
            </a:extLst>
          </p:cNvPr>
          <p:cNvSpPr/>
          <p:nvPr/>
        </p:nvSpPr>
        <p:spPr>
          <a:xfrm>
            <a:off x="5212530" y="1509766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C581A20-FF26-AE2F-6521-366F0A4DE319}"/>
              </a:ext>
            </a:extLst>
          </p:cNvPr>
          <p:cNvSpPr/>
          <p:nvPr/>
        </p:nvSpPr>
        <p:spPr>
          <a:xfrm>
            <a:off x="5219184" y="1627890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8" name="Gerader Verbinder 5">
            <a:extLst>
              <a:ext uri="{FF2B5EF4-FFF2-40B4-BE49-F238E27FC236}">
                <a16:creationId xmlns:a16="http://schemas.microsoft.com/office/drawing/2014/main" id="{3C0907A7-0D79-AFA4-5A55-A3E12C947110}"/>
              </a:ext>
            </a:extLst>
          </p:cNvPr>
          <p:cNvCxnSpPr>
            <a:cxnSpLocks/>
          </p:cNvCxnSpPr>
          <p:nvPr/>
        </p:nvCxnSpPr>
        <p:spPr>
          <a:xfrm>
            <a:off x="5187493" y="428465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Gerader Verbinder 6">
            <a:extLst>
              <a:ext uri="{FF2B5EF4-FFF2-40B4-BE49-F238E27FC236}">
                <a16:creationId xmlns:a16="http://schemas.microsoft.com/office/drawing/2014/main" id="{A0F392EF-7544-E34B-027C-2E6F684C54E6}"/>
              </a:ext>
            </a:extLst>
          </p:cNvPr>
          <p:cNvCxnSpPr>
            <a:cxnSpLocks/>
          </p:cNvCxnSpPr>
          <p:nvPr/>
        </p:nvCxnSpPr>
        <p:spPr>
          <a:xfrm flipH="1" flipV="1">
            <a:off x="5209117" y="1886559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2" name="Textfeld 10">
            <a:extLst>
              <a:ext uri="{FF2B5EF4-FFF2-40B4-BE49-F238E27FC236}">
                <a16:creationId xmlns:a16="http://schemas.microsoft.com/office/drawing/2014/main" id="{356E5472-B6FD-7E22-13A1-DE2A08FE1B64}"/>
              </a:ext>
            </a:extLst>
          </p:cNvPr>
          <p:cNvSpPr txBox="1"/>
          <p:nvPr/>
        </p:nvSpPr>
        <p:spPr>
          <a:xfrm rot="16200000">
            <a:off x="4468478" y="1076443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feld 11">
            <a:extLst>
              <a:ext uri="{FF2B5EF4-FFF2-40B4-BE49-F238E27FC236}">
                <a16:creationId xmlns:a16="http://schemas.microsoft.com/office/drawing/2014/main" id="{7088DE93-E7E2-46E2-3299-F5401893666B}"/>
              </a:ext>
            </a:extLst>
          </p:cNvPr>
          <p:cNvSpPr txBox="1"/>
          <p:nvPr/>
        </p:nvSpPr>
        <p:spPr>
          <a:xfrm>
            <a:off x="6734132" y="4572989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4" name="Gerader Verbinder 16">
            <a:extLst>
              <a:ext uri="{FF2B5EF4-FFF2-40B4-BE49-F238E27FC236}">
                <a16:creationId xmlns:a16="http://schemas.microsoft.com/office/drawing/2014/main" id="{4671F966-AB0F-2D03-52CB-6FF89AA40A01}"/>
              </a:ext>
            </a:extLst>
          </p:cNvPr>
          <p:cNvCxnSpPr>
            <a:cxnSpLocks/>
          </p:cNvCxnSpPr>
          <p:nvPr/>
        </p:nvCxnSpPr>
        <p:spPr>
          <a:xfrm>
            <a:off x="5184870" y="2502222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5" name="Textfeld 17">
            <a:extLst>
              <a:ext uri="{FF2B5EF4-FFF2-40B4-BE49-F238E27FC236}">
                <a16:creationId xmlns:a16="http://schemas.microsoft.com/office/drawing/2014/main" id="{DC8C5CFB-DE20-826D-88A4-9A0E0E976C07}"/>
              </a:ext>
            </a:extLst>
          </p:cNvPr>
          <p:cNvSpPr txBox="1"/>
          <p:nvPr/>
        </p:nvSpPr>
        <p:spPr>
          <a:xfrm rot="16200000">
            <a:off x="4530464" y="2635872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CD5FD010-A006-8522-8065-ACD1A308E764}"/>
              </a:ext>
            </a:extLst>
          </p:cNvPr>
          <p:cNvCxnSpPr>
            <a:cxnSpLocks/>
          </p:cNvCxnSpPr>
          <p:nvPr/>
        </p:nvCxnSpPr>
        <p:spPr>
          <a:xfrm flipH="1" flipV="1">
            <a:off x="5181310" y="3196803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0" name="Gerader Verbinder 26">
            <a:extLst>
              <a:ext uri="{FF2B5EF4-FFF2-40B4-BE49-F238E27FC236}">
                <a16:creationId xmlns:a16="http://schemas.microsoft.com/office/drawing/2014/main" id="{FFE78629-1841-68C5-5B86-FBB05A1A834F}"/>
              </a:ext>
            </a:extLst>
          </p:cNvPr>
          <p:cNvCxnSpPr>
            <a:cxnSpLocks/>
          </p:cNvCxnSpPr>
          <p:nvPr/>
        </p:nvCxnSpPr>
        <p:spPr>
          <a:xfrm>
            <a:off x="5210829" y="1487985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43" name="Gerader Verbinder 36">
            <a:extLst>
              <a:ext uri="{FF2B5EF4-FFF2-40B4-BE49-F238E27FC236}">
                <a16:creationId xmlns:a16="http://schemas.microsoft.com/office/drawing/2014/main" id="{2D0D0D6C-2CA5-DF52-C18F-CCC8EE31BC36}"/>
              </a:ext>
            </a:extLst>
          </p:cNvPr>
          <p:cNvCxnSpPr>
            <a:cxnSpLocks/>
          </p:cNvCxnSpPr>
          <p:nvPr/>
        </p:nvCxnSpPr>
        <p:spPr>
          <a:xfrm>
            <a:off x="5185434" y="1942170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4" name="Gerader Verbinder 38">
            <a:extLst>
              <a:ext uri="{FF2B5EF4-FFF2-40B4-BE49-F238E27FC236}">
                <a16:creationId xmlns:a16="http://schemas.microsoft.com/office/drawing/2014/main" id="{A6323610-78EE-AA02-77AE-545F21597A88}"/>
              </a:ext>
            </a:extLst>
          </p:cNvPr>
          <p:cNvCxnSpPr>
            <a:cxnSpLocks/>
          </p:cNvCxnSpPr>
          <p:nvPr/>
        </p:nvCxnSpPr>
        <p:spPr>
          <a:xfrm flipH="1">
            <a:off x="5187493" y="2482170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5" name="Textfeld 40">
            <a:extLst>
              <a:ext uri="{FF2B5EF4-FFF2-40B4-BE49-F238E27FC236}">
                <a16:creationId xmlns:a16="http://schemas.microsoft.com/office/drawing/2014/main" id="{F367C1AD-0A1F-CF73-2536-C962164C4FF8}"/>
              </a:ext>
            </a:extLst>
          </p:cNvPr>
          <p:cNvSpPr txBox="1"/>
          <p:nvPr/>
        </p:nvSpPr>
        <p:spPr>
          <a:xfrm>
            <a:off x="5271593" y="614071"/>
            <a:ext cx="105317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防溜坡制动力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46" name="Gerade Verbindung mit Pfeil 61">
            <a:extLst>
              <a:ext uri="{FF2B5EF4-FFF2-40B4-BE49-F238E27FC236}">
                <a16:creationId xmlns:a16="http://schemas.microsoft.com/office/drawing/2014/main" id="{2EF4AEC8-C97A-5449-2173-866C6409246F}"/>
              </a:ext>
            </a:extLst>
          </p:cNvPr>
          <p:cNvCxnSpPr>
            <a:cxnSpLocks/>
          </p:cNvCxnSpPr>
          <p:nvPr/>
        </p:nvCxnSpPr>
        <p:spPr>
          <a:xfrm>
            <a:off x="5197635" y="809030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8" name="Gerader Verbinder 27">
            <a:extLst>
              <a:ext uri="{FF2B5EF4-FFF2-40B4-BE49-F238E27FC236}">
                <a16:creationId xmlns:a16="http://schemas.microsoft.com/office/drawing/2014/main" id="{908CE58C-0BA2-305F-9A3B-51A5B704EE45}"/>
              </a:ext>
            </a:extLst>
          </p:cNvPr>
          <p:cNvCxnSpPr>
            <a:cxnSpLocks/>
          </p:cNvCxnSpPr>
          <p:nvPr/>
        </p:nvCxnSpPr>
        <p:spPr>
          <a:xfrm>
            <a:off x="6108607" y="1491150"/>
            <a:ext cx="161221" cy="24125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9" name="Textfeld 10">
            <a:extLst>
              <a:ext uri="{FF2B5EF4-FFF2-40B4-BE49-F238E27FC236}">
                <a16:creationId xmlns:a16="http://schemas.microsoft.com/office/drawing/2014/main" id="{21F76BFA-2116-AE98-1303-D20189BF8828}"/>
              </a:ext>
            </a:extLst>
          </p:cNvPr>
          <p:cNvSpPr txBox="1"/>
          <p:nvPr/>
        </p:nvSpPr>
        <p:spPr>
          <a:xfrm rot="16200000">
            <a:off x="4632889" y="1942251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51" name="Gerader Verbinder 27">
            <a:extLst>
              <a:ext uri="{FF2B5EF4-FFF2-40B4-BE49-F238E27FC236}">
                <a16:creationId xmlns:a16="http://schemas.microsoft.com/office/drawing/2014/main" id="{53E1AC91-1D85-9C28-94D3-1D7229E99A47}"/>
              </a:ext>
            </a:extLst>
          </p:cNvPr>
          <p:cNvCxnSpPr>
            <a:cxnSpLocks/>
          </p:cNvCxnSpPr>
          <p:nvPr/>
        </p:nvCxnSpPr>
        <p:spPr>
          <a:xfrm flipV="1">
            <a:off x="7613985" y="1502671"/>
            <a:ext cx="135081" cy="20904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52" name="Gerader Verbinder 13">
            <a:extLst>
              <a:ext uri="{FF2B5EF4-FFF2-40B4-BE49-F238E27FC236}">
                <a16:creationId xmlns:a16="http://schemas.microsoft.com/office/drawing/2014/main" id="{9FB0A30C-3CC6-B668-EE7A-CC7899BB6E5E}"/>
              </a:ext>
            </a:extLst>
          </p:cNvPr>
          <p:cNvCxnSpPr>
            <a:cxnSpLocks/>
          </p:cNvCxnSpPr>
          <p:nvPr/>
        </p:nvCxnSpPr>
        <p:spPr>
          <a:xfrm flipH="1">
            <a:off x="7605988" y="739146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56" name="Gerade Verbindung mit Pfeil 61">
            <a:extLst>
              <a:ext uri="{FF2B5EF4-FFF2-40B4-BE49-F238E27FC236}">
                <a16:creationId xmlns:a16="http://schemas.microsoft.com/office/drawing/2014/main" id="{2B164722-C3A2-85D4-ED6B-7AEBE45A5A96}"/>
              </a:ext>
            </a:extLst>
          </p:cNvPr>
          <p:cNvCxnSpPr>
            <a:cxnSpLocks/>
          </p:cNvCxnSpPr>
          <p:nvPr/>
        </p:nvCxnSpPr>
        <p:spPr>
          <a:xfrm>
            <a:off x="7605988" y="824416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93AA9956-E3A5-3391-D7EC-54B2D9A147CC}"/>
              </a:ext>
            </a:extLst>
          </p:cNvPr>
          <p:cNvCxnSpPr>
            <a:cxnSpLocks/>
          </p:cNvCxnSpPr>
          <p:nvPr/>
        </p:nvCxnSpPr>
        <p:spPr>
          <a:xfrm>
            <a:off x="5219184" y="1398472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31A2C1F2-1488-D0BA-577B-845D8F77028D}"/>
              </a:ext>
            </a:extLst>
          </p:cNvPr>
          <p:cNvCxnSpPr>
            <a:cxnSpLocks/>
          </p:cNvCxnSpPr>
          <p:nvPr/>
        </p:nvCxnSpPr>
        <p:spPr>
          <a:xfrm>
            <a:off x="6114606" y="1413932"/>
            <a:ext cx="147982" cy="213958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986CCF38-1F67-66E3-83D3-A76B5ECEE5D7}"/>
              </a:ext>
            </a:extLst>
          </p:cNvPr>
          <p:cNvSpPr/>
          <p:nvPr/>
        </p:nvSpPr>
        <p:spPr>
          <a:xfrm>
            <a:off x="5219184" y="1418974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658F7C4A-D0AA-353E-81C9-8F966C27F15F}"/>
              </a:ext>
            </a:extLst>
          </p:cNvPr>
          <p:cNvSpPr/>
          <p:nvPr/>
        </p:nvSpPr>
        <p:spPr>
          <a:xfrm>
            <a:off x="6101894" y="1417007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1C8DAB6E-D3F1-503F-025E-31B88FD7022A}"/>
              </a:ext>
            </a:extLst>
          </p:cNvPr>
          <p:cNvCxnSpPr>
            <a:cxnSpLocks/>
          </p:cNvCxnSpPr>
          <p:nvPr/>
        </p:nvCxnSpPr>
        <p:spPr>
          <a:xfrm flipV="1">
            <a:off x="7594987" y="1402583"/>
            <a:ext cx="161062" cy="22530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7E0F5575-DD2F-C741-DE2D-64C04DCD8110}"/>
              </a:ext>
            </a:extLst>
          </p:cNvPr>
          <p:cNvCxnSpPr>
            <a:cxnSpLocks/>
          </p:cNvCxnSpPr>
          <p:nvPr/>
        </p:nvCxnSpPr>
        <p:spPr>
          <a:xfrm>
            <a:off x="7756049" y="1402583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811A8350-1E00-B753-4392-744824BBA768}"/>
              </a:ext>
            </a:extLst>
          </p:cNvPr>
          <p:cNvSpPr/>
          <p:nvPr/>
        </p:nvSpPr>
        <p:spPr>
          <a:xfrm>
            <a:off x="7762330" y="1411536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C045BEDF-17A3-226A-1980-4F7110616FB5}"/>
              </a:ext>
            </a:extLst>
          </p:cNvPr>
          <p:cNvSpPr/>
          <p:nvPr/>
        </p:nvSpPr>
        <p:spPr>
          <a:xfrm>
            <a:off x="7473494" y="1398472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6" name="Gerader Verbinder 26">
            <a:extLst>
              <a:ext uri="{FF2B5EF4-FFF2-40B4-BE49-F238E27FC236}">
                <a16:creationId xmlns:a16="http://schemas.microsoft.com/office/drawing/2014/main" id="{DAB38251-1C9C-E1AB-E53A-39771FDDD1A9}"/>
              </a:ext>
            </a:extLst>
          </p:cNvPr>
          <p:cNvCxnSpPr>
            <a:cxnSpLocks/>
          </p:cNvCxnSpPr>
          <p:nvPr/>
        </p:nvCxnSpPr>
        <p:spPr>
          <a:xfrm flipV="1">
            <a:off x="5210747" y="2374728"/>
            <a:ext cx="345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777B873D-EAF3-9B46-FCE4-FDE7D4C9B8D4}"/>
              </a:ext>
            </a:extLst>
          </p:cNvPr>
          <p:cNvSpPr/>
          <p:nvPr/>
        </p:nvSpPr>
        <p:spPr>
          <a:xfrm>
            <a:off x="7783213" y="2824593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80A7AEC4-2D04-3648-9BD2-307F1B310219}"/>
              </a:ext>
            </a:extLst>
          </p:cNvPr>
          <p:cNvSpPr/>
          <p:nvPr/>
        </p:nvSpPr>
        <p:spPr>
          <a:xfrm>
            <a:off x="7477472" y="2807873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2" name="Gerader Verbinder 26">
            <a:extLst>
              <a:ext uri="{FF2B5EF4-FFF2-40B4-BE49-F238E27FC236}">
                <a16:creationId xmlns:a16="http://schemas.microsoft.com/office/drawing/2014/main" id="{5E29B115-F1E8-B247-FB14-9FEA208ADE02}"/>
              </a:ext>
            </a:extLst>
          </p:cNvPr>
          <p:cNvCxnSpPr>
            <a:cxnSpLocks/>
          </p:cNvCxnSpPr>
          <p:nvPr/>
        </p:nvCxnSpPr>
        <p:spPr>
          <a:xfrm flipV="1">
            <a:off x="7748937" y="2807873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28B37345-A559-E7A3-5933-9E37E77EA7E6}"/>
              </a:ext>
            </a:extLst>
          </p:cNvPr>
          <p:cNvSpPr/>
          <p:nvPr/>
        </p:nvSpPr>
        <p:spPr>
          <a:xfrm>
            <a:off x="6104916" y="2835436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477C4A78-F52F-B58A-E1B4-77C99AB8117A}"/>
              </a:ext>
            </a:extLst>
          </p:cNvPr>
          <p:cNvSpPr/>
          <p:nvPr/>
        </p:nvSpPr>
        <p:spPr>
          <a:xfrm>
            <a:off x="5184870" y="2839064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5" name="Gerader Verbinder 26">
            <a:extLst>
              <a:ext uri="{FF2B5EF4-FFF2-40B4-BE49-F238E27FC236}">
                <a16:creationId xmlns:a16="http://schemas.microsoft.com/office/drawing/2014/main" id="{F4CDDE0D-F617-FEC2-6074-27358B73CE23}"/>
              </a:ext>
            </a:extLst>
          </p:cNvPr>
          <p:cNvCxnSpPr>
            <a:cxnSpLocks/>
          </p:cNvCxnSpPr>
          <p:nvPr/>
        </p:nvCxnSpPr>
        <p:spPr>
          <a:xfrm>
            <a:off x="5178869" y="2814353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1" name="Gerader Verbinder 27">
            <a:extLst>
              <a:ext uri="{FF2B5EF4-FFF2-40B4-BE49-F238E27FC236}">
                <a16:creationId xmlns:a16="http://schemas.microsoft.com/office/drawing/2014/main" id="{653FE67A-A9A6-B532-5792-D74868FF52A5}"/>
              </a:ext>
            </a:extLst>
          </p:cNvPr>
          <p:cNvCxnSpPr>
            <a:cxnSpLocks/>
          </p:cNvCxnSpPr>
          <p:nvPr/>
        </p:nvCxnSpPr>
        <p:spPr>
          <a:xfrm>
            <a:off x="6100009" y="2831356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4" name="Gerader Verbinder 27">
            <a:extLst>
              <a:ext uri="{FF2B5EF4-FFF2-40B4-BE49-F238E27FC236}">
                <a16:creationId xmlns:a16="http://schemas.microsoft.com/office/drawing/2014/main" id="{0D07290E-0248-2062-2AFA-464BD72ED8E2}"/>
              </a:ext>
            </a:extLst>
          </p:cNvPr>
          <p:cNvCxnSpPr>
            <a:cxnSpLocks/>
          </p:cNvCxnSpPr>
          <p:nvPr/>
        </p:nvCxnSpPr>
        <p:spPr>
          <a:xfrm flipV="1">
            <a:off x="6396320" y="3185314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6" name="Gerader Verbinder 27">
            <a:extLst>
              <a:ext uri="{FF2B5EF4-FFF2-40B4-BE49-F238E27FC236}">
                <a16:creationId xmlns:a16="http://schemas.microsoft.com/office/drawing/2014/main" id="{4851B9A6-E684-1649-ED9F-B2A46E620C57}"/>
              </a:ext>
            </a:extLst>
          </p:cNvPr>
          <p:cNvCxnSpPr>
            <a:cxnSpLocks/>
          </p:cNvCxnSpPr>
          <p:nvPr/>
        </p:nvCxnSpPr>
        <p:spPr>
          <a:xfrm flipV="1">
            <a:off x="7484076" y="2812827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00" name="Textfeld 40">
            <a:extLst>
              <a:ext uri="{FF2B5EF4-FFF2-40B4-BE49-F238E27FC236}">
                <a16:creationId xmlns:a16="http://schemas.microsoft.com/office/drawing/2014/main" id="{13CEC7D1-AE03-50CC-B5E7-277554E4D6DD}"/>
              </a:ext>
            </a:extLst>
          </p:cNvPr>
          <p:cNvSpPr txBox="1"/>
          <p:nvPr/>
        </p:nvSpPr>
        <p:spPr>
          <a:xfrm>
            <a:off x="7711477" y="667932"/>
            <a:ext cx="105317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fontAlgn="base">
              <a:spcAft>
                <a:spcPct val="0"/>
              </a:spcAft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防溜坡制动力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02" name="Gerade Verbindung mit Pfeil 61">
            <a:extLst>
              <a:ext uri="{FF2B5EF4-FFF2-40B4-BE49-F238E27FC236}">
                <a16:creationId xmlns:a16="http://schemas.microsoft.com/office/drawing/2014/main" id="{F890DA51-1D75-0E72-90C5-0CDAFD1255D1}"/>
              </a:ext>
            </a:extLst>
          </p:cNvPr>
          <p:cNvCxnSpPr>
            <a:cxnSpLocks/>
          </p:cNvCxnSpPr>
          <p:nvPr/>
        </p:nvCxnSpPr>
        <p:spPr>
          <a:xfrm>
            <a:off x="6257852" y="992322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3" name="Textfeld 40">
            <a:extLst>
              <a:ext uri="{FF2B5EF4-FFF2-40B4-BE49-F238E27FC236}">
                <a16:creationId xmlns:a16="http://schemas.microsoft.com/office/drawing/2014/main" id="{C28FCA24-A69B-37FB-B86B-2E1E16C5FEB9}"/>
              </a:ext>
            </a:extLst>
          </p:cNvPr>
          <p:cNvSpPr txBox="1"/>
          <p:nvPr/>
        </p:nvSpPr>
        <p:spPr>
          <a:xfrm>
            <a:off x="6310021" y="1127818"/>
            <a:ext cx="1247136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激活，紫色部分由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VMC 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负责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04" name="Gerader Verbinder 21">
            <a:extLst>
              <a:ext uri="{FF2B5EF4-FFF2-40B4-BE49-F238E27FC236}">
                <a16:creationId xmlns:a16="http://schemas.microsoft.com/office/drawing/2014/main" id="{0ADA39C6-6CF5-5B45-96A6-80386C426854}"/>
              </a:ext>
            </a:extLst>
          </p:cNvPr>
          <p:cNvCxnSpPr>
            <a:cxnSpLocks/>
          </p:cNvCxnSpPr>
          <p:nvPr/>
        </p:nvCxnSpPr>
        <p:spPr>
          <a:xfrm flipH="1">
            <a:off x="5184513" y="4594455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5" name="Gerader Verbinder 16">
            <a:extLst>
              <a:ext uri="{FF2B5EF4-FFF2-40B4-BE49-F238E27FC236}">
                <a16:creationId xmlns:a16="http://schemas.microsoft.com/office/drawing/2014/main" id="{8D2ECBCA-810B-13CC-539F-6A14F0D119E3}"/>
              </a:ext>
            </a:extLst>
          </p:cNvPr>
          <p:cNvCxnSpPr>
            <a:cxnSpLocks/>
          </p:cNvCxnSpPr>
          <p:nvPr/>
        </p:nvCxnSpPr>
        <p:spPr>
          <a:xfrm flipH="1">
            <a:off x="5183933" y="3311862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6" name="Gerader Verbinder 27">
            <a:extLst>
              <a:ext uri="{FF2B5EF4-FFF2-40B4-BE49-F238E27FC236}">
                <a16:creationId xmlns:a16="http://schemas.microsoft.com/office/drawing/2014/main" id="{4A32F71C-812A-425C-9B30-9E14A416CAD2}"/>
              </a:ext>
            </a:extLst>
          </p:cNvPr>
          <p:cNvCxnSpPr>
            <a:cxnSpLocks/>
          </p:cNvCxnSpPr>
          <p:nvPr/>
        </p:nvCxnSpPr>
        <p:spPr>
          <a:xfrm>
            <a:off x="5184870" y="3406659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7" name="Gerader Verbinder 27">
            <a:extLst>
              <a:ext uri="{FF2B5EF4-FFF2-40B4-BE49-F238E27FC236}">
                <a16:creationId xmlns:a16="http://schemas.microsoft.com/office/drawing/2014/main" id="{4E89EFA8-45D1-707E-F63F-A7E7612F9149}"/>
              </a:ext>
            </a:extLst>
          </p:cNvPr>
          <p:cNvCxnSpPr>
            <a:cxnSpLocks/>
          </p:cNvCxnSpPr>
          <p:nvPr/>
        </p:nvCxnSpPr>
        <p:spPr>
          <a:xfrm>
            <a:off x="6061453" y="3900369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08" name="Gerader Verbinder 27">
            <a:extLst>
              <a:ext uri="{FF2B5EF4-FFF2-40B4-BE49-F238E27FC236}">
                <a16:creationId xmlns:a16="http://schemas.microsoft.com/office/drawing/2014/main" id="{2CF16E22-0261-01A3-27DB-8B526053E440}"/>
              </a:ext>
            </a:extLst>
          </p:cNvPr>
          <p:cNvCxnSpPr>
            <a:cxnSpLocks/>
          </p:cNvCxnSpPr>
          <p:nvPr/>
        </p:nvCxnSpPr>
        <p:spPr>
          <a:xfrm>
            <a:off x="6269828" y="3946257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09" name="Textfeld 10">
            <a:extLst>
              <a:ext uri="{FF2B5EF4-FFF2-40B4-BE49-F238E27FC236}">
                <a16:creationId xmlns:a16="http://schemas.microsoft.com/office/drawing/2014/main" id="{3C934561-193A-5CA4-D1B0-B27A45B18F6A}"/>
              </a:ext>
            </a:extLst>
          </p:cNvPr>
          <p:cNvSpPr txBox="1"/>
          <p:nvPr/>
        </p:nvSpPr>
        <p:spPr>
          <a:xfrm rot="16200000">
            <a:off x="4520633" y="3828625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10" name="Gerader Verbinder 27">
            <a:extLst>
              <a:ext uri="{FF2B5EF4-FFF2-40B4-BE49-F238E27FC236}">
                <a16:creationId xmlns:a16="http://schemas.microsoft.com/office/drawing/2014/main" id="{A1153466-E95F-EA77-78F9-3AF73EC78F28}"/>
              </a:ext>
            </a:extLst>
          </p:cNvPr>
          <p:cNvCxnSpPr>
            <a:cxnSpLocks/>
          </p:cNvCxnSpPr>
          <p:nvPr/>
        </p:nvCxnSpPr>
        <p:spPr>
          <a:xfrm>
            <a:off x="7621110" y="3959007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12" name="Gerader Verbinder 27">
            <a:extLst>
              <a:ext uri="{FF2B5EF4-FFF2-40B4-BE49-F238E27FC236}">
                <a16:creationId xmlns:a16="http://schemas.microsoft.com/office/drawing/2014/main" id="{84857EEC-EECF-FA06-422F-F16130FE49DE}"/>
              </a:ext>
            </a:extLst>
          </p:cNvPr>
          <p:cNvCxnSpPr>
            <a:cxnSpLocks/>
          </p:cNvCxnSpPr>
          <p:nvPr/>
        </p:nvCxnSpPr>
        <p:spPr>
          <a:xfrm>
            <a:off x="7821094" y="4018012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21D1B2EA-C749-1D2E-15A1-5E1CBAD8A274}"/>
              </a:ext>
            </a:extLst>
          </p:cNvPr>
          <p:cNvSpPr/>
          <p:nvPr/>
        </p:nvSpPr>
        <p:spPr>
          <a:xfrm>
            <a:off x="6284211" y="1633975"/>
            <a:ext cx="1336899" cy="250276"/>
          </a:xfrm>
          <a:prstGeom prst="rect">
            <a:avLst/>
          </a:prstGeom>
          <a:solidFill>
            <a:srgbClr val="FF00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8AD664E5-BABE-0A81-7A39-D6993933C755}"/>
              </a:ext>
            </a:extLst>
          </p:cNvPr>
          <p:cNvSpPr/>
          <p:nvPr/>
        </p:nvSpPr>
        <p:spPr>
          <a:xfrm>
            <a:off x="5200220" y="2390424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493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CB68A86-D577-515D-1973-52D45F69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9B06BA-5C17-65C0-A6CB-07418AE26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4EFD5AF-9CEE-2921-B454-3F96D1A42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D3CB6E3-E761-925A-4E2C-C10B0581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10</a:t>
            </a:fld>
            <a:endParaRPr lang="de-DE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706B0D8-56E8-7900-57B3-53BF48A124B5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2A47838-5E00-7DA4-E1D3-D9D1A165FDB3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4CBAE6F-6328-F237-D928-F76DE8FD9696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24B1B26-453E-0FEC-8403-9EF03128CB86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8559EB-155F-8624-0DD9-F358B125F6FB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0ACF12D-0BA5-7C76-DE37-CB454D213A5B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87F072-651A-BB5A-219A-4A05A348032B}"/>
              </a:ext>
            </a:extLst>
          </p:cNvPr>
          <p:cNvSpPr/>
          <p:nvPr/>
        </p:nvSpPr>
        <p:spPr>
          <a:xfrm>
            <a:off x="3092710" y="1641654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EBA0C522-EF6A-25C6-132D-64CE9398AD4D}"/>
              </a:ext>
            </a:extLst>
          </p:cNvPr>
          <p:cNvSpPr/>
          <p:nvPr/>
        </p:nvSpPr>
        <p:spPr>
          <a:xfrm>
            <a:off x="2811178" y="1619001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9" name="Gerader Verbinder 26">
            <a:extLst>
              <a:ext uri="{FF2B5EF4-FFF2-40B4-BE49-F238E27FC236}">
                <a16:creationId xmlns:a16="http://schemas.microsoft.com/office/drawing/2014/main" id="{E09CBCDD-1BD9-42D4-D663-0F6432012075}"/>
              </a:ext>
            </a:extLst>
          </p:cNvPr>
          <p:cNvCxnSpPr>
            <a:cxnSpLocks/>
          </p:cNvCxnSpPr>
          <p:nvPr/>
        </p:nvCxnSpPr>
        <p:spPr>
          <a:xfrm>
            <a:off x="3087554" y="161693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C47BD2E2-22BB-B897-C07B-2C1672AF4CE0}"/>
              </a:ext>
            </a:extLst>
          </p:cNvPr>
          <p:cNvSpPr/>
          <p:nvPr/>
        </p:nvSpPr>
        <p:spPr>
          <a:xfrm>
            <a:off x="1711839" y="1946448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501454B0-2B7E-2E1F-A1BC-0034AD8485AA}"/>
              </a:ext>
            </a:extLst>
          </p:cNvPr>
          <p:cNvSpPr/>
          <p:nvPr/>
        </p:nvSpPr>
        <p:spPr>
          <a:xfrm>
            <a:off x="1433399" y="1609660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3" name="Gerader Verbinder 13">
            <a:extLst>
              <a:ext uri="{FF2B5EF4-FFF2-40B4-BE49-F238E27FC236}">
                <a16:creationId xmlns:a16="http://schemas.microsoft.com/office/drawing/2014/main" id="{51D38450-D378-8189-B968-4385AAE69223}"/>
              </a:ext>
            </a:extLst>
          </p:cNvPr>
          <p:cNvCxnSpPr>
            <a:cxnSpLocks/>
          </p:cNvCxnSpPr>
          <p:nvPr/>
        </p:nvCxnSpPr>
        <p:spPr>
          <a:xfrm flipH="1">
            <a:off x="1586096" y="8893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568DA315-F807-C01E-FF89-B728C160156B}"/>
              </a:ext>
            </a:extLst>
          </p:cNvPr>
          <p:cNvSpPr/>
          <p:nvPr/>
        </p:nvSpPr>
        <p:spPr>
          <a:xfrm>
            <a:off x="544035" y="1631441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F12CCD-57F4-F1FD-7111-C49695516BE9}"/>
              </a:ext>
            </a:extLst>
          </p:cNvPr>
          <p:cNvSpPr/>
          <p:nvPr/>
        </p:nvSpPr>
        <p:spPr>
          <a:xfrm>
            <a:off x="550689" y="1749565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28" name="Gerader Verbinder 5">
            <a:extLst>
              <a:ext uri="{FF2B5EF4-FFF2-40B4-BE49-F238E27FC236}">
                <a16:creationId xmlns:a16="http://schemas.microsoft.com/office/drawing/2014/main" id="{BB4860EB-5CC9-2704-5716-F904B06D0EED}"/>
              </a:ext>
            </a:extLst>
          </p:cNvPr>
          <p:cNvCxnSpPr>
            <a:cxnSpLocks/>
          </p:cNvCxnSpPr>
          <p:nvPr/>
        </p:nvCxnSpPr>
        <p:spPr>
          <a:xfrm>
            <a:off x="518998" y="550140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Gerader Verbinder 6">
            <a:extLst>
              <a:ext uri="{FF2B5EF4-FFF2-40B4-BE49-F238E27FC236}">
                <a16:creationId xmlns:a16="http://schemas.microsoft.com/office/drawing/2014/main" id="{A6955A23-3FBC-946C-F8EF-133789900D3A}"/>
              </a:ext>
            </a:extLst>
          </p:cNvPr>
          <p:cNvCxnSpPr>
            <a:cxnSpLocks/>
          </p:cNvCxnSpPr>
          <p:nvPr/>
        </p:nvCxnSpPr>
        <p:spPr>
          <a:xfrm flipH="1" flipV="1">
            <a:off x="540622" y="2008234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2" name="Textfeld 10">
            <a:extLst>
              <a:ext uri="{FF2B5EF4-FFF2-40B4-BE49-F238E27FC236}">
                <a16:creationId xmlns:a16="http://schemas.microsoft.com/office/drawing/2014/main" id="{6BD2C2C6-C226-9750-B614-72142EC9EB28}"/>
              </a:ext>
            </a:extLst>
          </p:cNvPr>
          <p:cNvSpPr txBox="1"/>
          <p:nvPr/>
        </p:nvSpPr>
        <p:spPr>
          <a:xfrm rot="16200000">
            <a:off x="-200017" y="1198118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3" name="Textfeld 11">
            <a:extLst>
              <a:ext uri="{FF2B5EF4-FFF2-40B4-BE49-F238E27FC236}">
                <a16:creationId xmlns:a16="http://schemas.microsoft.com/office/drawing/2014/main" id="{D770C178-0CFA-38A3-841A-C23C362E5534}"/>
              </a:ext>
            </a:extLst>
          </p:cNvPr>
          <p:cNvSpPr txBox="1"/>
          <p:nvPr/>
        </p:nvSpPr>
        <p:spPr>
          <a:xfrm>
            <a:off x="2065637" y="469466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34" name="Gerader Verbinder 16">
            <a:extLst>
              <a:ext uri="{FF2B5EF4-FFF2-40B4-BE49-F238E27FC236}">
                <a16:creationId xmlns:a16="http://schemas.microsoft.com/office/drawing/2014/main" id="{6E0CD6D7-FE90-4986-3438-AF435C515123}"/>
              </a:ext>
            </a:extLst>
          </p:cNvPr>
          <p:cNvCxnSpPr>
            <a:cxnSpLocks/>
          </p:cNvCxnSpPr>
          <p:nvPr/>
        </p:nvCxnSpPr>
        <p:spPr>
          <a:xfrm>
            <a:off x="516375" y="2623897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35" name="Textfeld 17">
            <a:extLst>
              <a:ext uri="{FF2B5EF4-FFF2-40B4-BE49-F238E27FC236}">
                <a16:creationId xmlns:a16="http://schemas.microsoft.com/office/drawing/2014/main" id="{932A7492-A415-9B6D-7113-E94E7926D332}"/>
              </a:ext>
            </a:extLst>
          </p:cNvPr>
          <p:cNvSpPr txBox="1"/>
          <p:nvPr/>
        </p:nvSpPr>
        <p:spPr>
          <a:xfrm rot="16200000">
            <a:off x="-138031" y="2757547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38" name="Gerader Verbinder 21">
            <a:extLst>
              <a:ext uri="{FF2B5EF4-FFF2-40B4-BE49-F238E27FC236}">
                <a16:creationId xmlns:a16="http://schemas.microsoft.com/office/drawing/2014/main" id="{DD21BF1B-0135-2F2E-93F8-143A9CDC4EE4}"/>
              </a:ext>
            </a:extLst>
          </p:cNvPr>
          <p:cNvCxnSpPr>
            <a:cxnSpLocks/>
          </p:cNvCxnSpPr>
          <p:nvPr/>
        </p:nvCxnSpPr>
        <p:spPr>
          <a:xfrm flipH="1" flipV="1">
            <a:off x="512815" y="3318478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0" name="Gerader Verbinder 26">
            <a:extLst>
              <a:ext uri="{FF2B5EF4-FFF2-40B4-BE49-F238E27FC236}">
                <a16:creationId xmlns:a16="http://schemas.microsoft.com/office/drawing/2014/main" id="{7F07B9B7-7AF9-61DD-2965-BF2D97FD5444}"/>
              </a:ext>
            </a:extLst>
          </p:cNvPr>
          <p:cNvCxnSpPr>
            <a:cxnSpLocks/>
          </p:cNvCxnSpPr>
          <p:nvPr/>
        </p:nvCxnSpPr>
        <p:spPr>
          <a:xfrm>
            <a:off x="542334" y="1609660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43" name="Gerader Verbinder 36">
            <a:extLst>
              <a:ext uri="{FF2B5EF4-FFF2-40B4-BE49-F238E27FC236}">
                <a16:creationId xmlns:a16="http://schemas.microsoft.com/office/drawing/2014/main" id="{0C032026-E0B0-AE84-5F4C-B6EAEF248561}"/>
              </a:ext>
            </a:extLst>
          </p:cNvPr>
          <p:cNvCxnSpPr>
            <a:cxnSpLocks/>
          </p:cNvCxnSpPr>
          <p:nvPr/>
        </p:nvCxnSpPr>
        <p:spPr>
          <a:xfrm>
            <a:off x="516939" y="2063845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44" name="Gerader Verbinder 38">
            <a:extLst>
              <a:ext uri="{FF2B5EF4-FFF2-40B4-BE49-F238E27FC236}">
                <a16:creationId xmlns:a16="http://schemas.microsoft.com/office/drawing/2014/main" id="{4CB1D8D7-4E1B-DC37-BD9E-69095E80680B}"/>
              </a:ext>
            </a:extLst>
          </p:cNvPr>
          <p:cNvCxnSpPr>
            <a:cxnSpLocks/>
          </p:cNvCxnSpPr>
          <p:nvPr/>
        </p:nvCxnSpPr>
        <p:spPr>
          <a:xfrm flipH="1">
            <a:off x="518998" y="2603845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5" name="Textfeld 40">
            <a:extLst>
              <a:ext uri="{FF2B5EF4-FFF2-40B4-BE49-F238E27FC236}">
                <a16:creationId xmlns:a16="http://schemas.microsoft.com/office/drawing/2014/main" id="{E77CD1C8-C3DE-D9CB-2DCA-E8274E3D9097}"/>
              </a:ext>
            </a:extLst>
          </p:cNvPr>
          <p:cNvSpPr txBox="1"/>
          <p:nvPr/>
        </p:nvSpPr>
        <p:spPr>
          <a:xfrm>
            <a:off x="603098" y="735746"/>
            <a:ext cx="11717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客服坡道制动力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46" name="Gerade Verbindung mit Pfeil 61">
            <a:extLst>
              <a:ext uri="{FF2B5EF4-FFF2-40B4-BE49-F238E27FC236}">
                <a16:creationId xmlns:a16="http://schemas.microsoft.com/office/drawing/2014/main" id="{83B35563-4D97-F72B-9F57-4D6369522F5D}"/>
              </a:ext>
            </a:extLst>
          </p:cNvPr>
          <p:cNvCxnSpPr>
            <a:cxnSpLocks/>
          </p:cNvCxnSpPr>
          <p:nvPr/>
        </p:nvCxnSpPr>
        <p:spPr>
          <a:xfrm>
            <a:off x="529140" y="930705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48" name="Gerader Verbinder 27">
            <a:extLst>
              <a:ext uri="{FF2B5EF4-FFF2-40B4-BE49-F238E27FC236}">
                <a16:creationId xmlns:a16="http://schemas.microsoft.com/office/drawing/2014/main" id="{3DFE1F05-5084-E6EC-3FE4-D0160A8E9FBB}"/>
              </a:ext>
            </a:extLst>
          </p:cNvPr>
          <p:cNvCxnSpPr>
            <a:cxnSpLocks/>
          </p:cNvCxnSpPr>
          <p:nvPr/>
        </p:nvCxnSpPr>
        <p:spPr>
          <a:xfrm>
            <a:off x="1440112" y="1612825"/>
            <a:ext cx="161221" cy="24125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9" name="Textfeld 10">
            <a:extLst>
              <a:ext uri="{FF2B5EF4-FFF2-40B4-BE49-F238E27FC236}">
                <a16:creationId xmlns:a16="http://schemas.microsoft.com/office/drawing/2014/main" id="{87BAC6AC-BEF3-4419-E851-9BA9D35CD383}"/>
              </a:ext>
            </a:extLst>
          </p:cNvPr>
          <p:cNvSpPr txBox="1"/>
          <p:nvPr/>
        </p:nvSpPr>
        <p:spPr>
          <a:xfrm rot="16200000">
            <a:off x="-35606" y="2063926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51" name="Gerader Verbinder 27">
            <a:extLst>
              <a:ext uri="{FF2B5EF4-FFF2-40B4-BE49-F238E27FC236}">
                <a16:creationId xmlns:a16="http://schemas.microsoft.com/office/drawing/2014/main" id="{188A6EBB-EE5E-874A-441A-62EAA5DB05D7}"/>
              </a:ext>
            </a:extLst>
          </p:cNvPr>
          <p:cNvCxnSpPr>
            <a:cxnSpLocks/>
          </p:cNvCxnSpPr>
          <p:nvPr/>
        </p:nvCxnSpPr>
        <p:spPr>
          <a:xfrm flipV="1">
            <a:off x="2945490" y="1624346"/>
            <a:ext cx="135081" cy="20904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52" name="Gerader Verbinder 13">
            <a:extLst>
              <a:ext uri="{FF2B5EF4-FFF2-40B4-BE49-F238E27FC236}">
                <a16:creationId xmlns:a16="http://schemas.microsoft.com/office/drawing/2014/main" id="{6F75F7E9-0B5E-CB48-662A-57150EA50A2B}"/>
              </a:ext>
            </a:extLst>
          </p:cNvPr>
          <p:cNvCxnSpPr>
            <a:cxnSpLocks/>
          </p:cNvCxnSpPr>
          <p:nvPr/>
        </p:nvCxnSpPr>
        <p:spPr>
          <a:xfrm flipH="1">
            <a:off x="2937493" y="86082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56" name="Gerade Verbindung mit Pfeil 61">
            <a:extLst>
              <a:ext uri="{FF2B5EF4-FFF2-40B4-BE49-F238E27FC236}">
                <a16:creationId xmlns:a16="http://schemas.microsoft.com/office/drawing/2014/main" id="{8C29451C-07A0-C422-15D1-C783721A33C7}"/>
              </a:ext>
            </a:extLst>
          </p:cNvPr>
          <p:cNvCxnSpPr>
            <a:cxnSpLocks/>
          </p:cNvCxnSpPr>
          <p:nvPr/>
        </p:nvCxnSpPr>
        <p:spPr>
          <a:xfrm>
            <a:off x="2937493" y="946091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57" name="Gerader Verbinder 26">
            <a:extLst>
              <a:ext uri="{FF2B5EF4-FFF2-40B4-BE49-F238E27FC236}">
                <a16:creationId xmlns:a16="http://schemas.microsoft.com/office/drawing/2014/main" id="{ACDD1829-A815-3594-2DD5-58539BEF3CD4}"/>
              </a:ext>
            </a:extLst>
          </p:cNvPr>
          <p:cNvCxnSpPr>
            <a:cxnSpLocks/>
          </p:cNvCxnSpPr>
          <p:nvPr/>
        </p:nvCxnSpPr>
        <p:spPr>
          <a:xfrm>
            <a:off x="550689" y="1520147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8" name="Gerader Verbinder 27">
            <a:extLst>
              <a:ext uri="{FF2B5EF4-FFF2-40B4-BE49-F238E27FC236}">
                <a16:creationId xmlns:a16="http://schemas.microsoft.com/office/drawing/2014/main" id="{A233877A-CCF2-0134-0F6F-BA0CF7D3978C}"/>
              </a:ext>
            </a:extLst>
          </p:cNvPr>
          <p:cNvCxnSpPr>
            <a:cxnSpLocks/>
          </p:cNvCxnSpPr>
          <p:nvPr/>
        </p:nvCxnSpPr>
        <p:spPr>
          <a:xfrm>
            <a:off x="1446111" y="1535607"/>
            <a:ext cx="147982" cy="213958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E60D375B-FCB7-2D5B-7A2D-6EF161C3FAAA}"/>
              </a:ext>
            </a:extLst>
          </p:cNvPr>
          <p:cNvSpPr/>
          <p:nvPr/>
        </p:nvSpPr>
        <p:spPr>
          <a:xfrm>
            <a:off x="550689" y="1540649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66493242-2448-57B0-00DF-36EBAA294767}"/>
              </a:ext>
            </a:extLst>
          </p:cNvPr>
          <p:cNvSpPr/>
          <p:nvPr/>
        </p:nvSpPr>
        <p:spPr>
          <a:xfrm>
            <a:off x="1433399" y="1538682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65" name="Gerader Verbinder 27">
            <a:extLst>
              <a:ext uri="{FF2B5EF4-FFF2-40B4-BE49-F238E27FC236}">
                <a16:creationId xmlns:a16="http://schemas.microsoft.com/office/drawing/2014/main" id="{0772EC37-C1B5-103D-83BA-924B627C9C4F}"/>
              </a:ext>
            </a:extLst>
          </p:cNvPr>
          <p:cNvCxnSpPr>
            <a:cxnSpLocks/>
          </p:cNvCxnSpPr>
          <p:nvPr/>
        </p:nvCxnSpPr>
        <p:spPr>
          <a:xfrm flipV="1">
            <a:off x="2926492" y="1524258"/>
            <a:ext cx="161062" cy="22530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6" name="Gerader Verbinder 26">
            <a:extLst>
              <a:ext uri="{FF2B5EF4-FFF2-40B4-BE49-F238E27FC236}">
                <a16:creationId xmlns:a16="http://schemas.microsoft.com/office/drawing/2014/main" id="{40FB92D7-9638-B0BB-A5AD-A455AB9D341A}"/>
              </a:ext>
            </a:extLst>
          </p:cNvPr>
          <p:cNvCxnSpPr>
            <a:cxnSpLocks/>
          </p:cNvCxnSpPr>
          <p:nvPr/>
        </p:nvCxnSpPr>
        <p:spPr>
          <a:xfrm>
            <a:off x="1601333" y="1749565"/>
            <a:ext cx="1325159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7" name="Gerader Verbinder 26">
            <a:extLst>
              <a:ext uri="{FF2B5EF4-FFF2-40B4-BE49-F238E27FC236}">
                <a16:creationId xmlns:a16="http://schemas.microsoft.com/office/drawing/2014/main" id="{312914DB-1C8E-48FA-28A6-3EEB45F1C829}"/>
              </a:ext>
            </a:extLst>
          </p:cNvPr>
          <p:cNvCxnSpPr>
            <a:cxnSpLocks/>
          </p:cNvCxnSpPr>
          <p:nvPr/>
        </p:nvCxnSpPr>
        <p:spPr>
          <a:xfrm>
            <a:off x="3087554" y="1524258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8" name="矩形 67">
            <a:extLst>
              <a:ext uri="{FF2B5EF4-FFF2-40B4-BE49-F238E27FC236}">
                <a16:creationId xmlns:a16="http://schemas.microsoft.com/office/drawing/2014/main" id="{92AE9609-5149-7DDA-E430-AB13FA9B6FD5}"/>
              </a:ext>
            </a:extLst>
          </p:cNvPr>
          <p:cNvSpPr/>
          <p:nvPr/>
        </p:nvSpPr>
        <p:spPr>
          <a:xfrm>
            <a:off x="3093835" y="1533211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2" name="任意多边形: 形状 71">
            <a:extLst>
              <a:ext uri="{FF2B5EF4-FFF2-40B4-BE49-F238E27FC236}">
                <a16:creationId xmlns:a16="http://schemas.microsoft.com/office/drawing/2014/main" id="{C2146743-7512-6D55-3BAD-726CDCE9E1D3}"/>
              </a:ext>
            </a:extLst>
          </p:cNvPr>
          <p:cNvSpPr/>
          <p:nvPr/>
        </p:nvSpPr>
        <p:spPr>
          <a:xfrm>
            <a:off x="2804999" y="152014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6" name="Gerader Verbinder 26">
            <a:extLst>
              <a:ext uri="{FF2B5EF4-FFF2-40B4-BE49-F238E27FC236}">
                <a16:creationId xmlns:a16="http://schemas.microsoft.com/office/drawing/2014/main" id="{32E872D9-E9A4-7D37-E3E2-5792E408E279}"/>
              </a:ext>
            </a:extLst>
          </p:cNvPr>
          <p:cNvCxnSpPr>
            <a:cxnSpLocks/>
          </p:cNvCxnSpPr>
          <p:nvPr/>
        </p:nvCxnSpPr>
        <p:spPr>
          <a:xfrm flipV="1">
            <a:off x="542252" y="2496403"/>
            <a:ext cx="345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0" name="矩形 79">
            <a:extLst>
              <a:ext uri="{FF2B5EF4-FFF2-40B4-BE49-F238E27FC236}">
                <a16:creationId xmlns:a16="http://schemas.microsoft.com/office/drawing/2014/main" id="{3EDAD041-DB81-DA3F-A84A-1975471D4891}"/>
              </a:ext>
            </a:extLst>
          </p:cNvPr>
          <p:cNvSpPr/>
          <p:nvPr/>
        </p:nvSpPr>
        <p:spPr>
          <a:xfrm>
            <a:off x="3114718" y="2946268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7E6D9875-90AE-B969-C775-94FDC2784B88}"/>
              </a:ext>
            </a:extLst>
          </p:cNvPr>
          <p:cNvSpPr/>
          <p:nvPr/>
        </p:nvSpPr>
        <p:spPr>
          <a:xfrm>
            <a:off x="2808977" y="2929548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2" name="Gerader Verbinder 26">
            <a:extLst>
              <a:ext uri="{FF2B5EF4-FFF2-40B4-BE49-F238E27FC236}">
                <a16:creationId xmlns:a16="http://schemas.microsoft.com/office/drawing/2014/main" id="{0C25CB57-BD57-0C6F-6815-485F9A3317EB}"/>
              </a:ext>
            </a:extLst>
          </p:cNvPr>
          <p:cNvCxnSpPr>
            <a:cxnSpLocks/>
          </p:cNvCxnSpPr>
          <p:nvPr/>
        </p:nvCxnSpPr>
        <p:spPr>
          <a:xfrm flipV="1">
            <a:off x="3080442" y="2929548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D5D0134-BEF9-17AF-E7A2-920649DE3ADC}"/>
              </a:ext>
            </a:extLst>
          </p:cNvPr>
          <p:cNvSpPr/>
          <p:nvPr/>
        </p:nvSpPr>
        <p:spPr>
          <a:xfrm>
            <a:off x="1436421" y="2957111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FE28E0FD-B9BC-84C4-9F87-635A8205D476}"/>
              </a:ext>
            </a:extLst>
          </p:cNvPr>
          <p:cNvSpPr/>
          <p:nvPr/>
        </p:nvSpPr>
        <p:spPr>
          <a:xfrm>
            <a:off x="516375" y="2960739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5" name="Gerader Verbinder 26">
            <a:extLst>
              <a:ext uri="{FF2B5EF4-FFF2-40B4-BE49-F238E27FC236}">
                <a16:creationId xmlns:a16="http://schemas.microsoft.com/office/drawing/2014/main" id="{2E210F4A-E23C-61E7-E841-CC39E9FD45BB}"/>
              </a:ext>
            </a:extLst>
          </p:cNvPr>
          <p:cNvCxnSpPr>
            <a:cxnSpLocks/>
          </p:cNvCxnSpPr>
          <p:nvPr/>
        </p:nvCxnSpPr>
        <p:spPr>
          <a:xfrm>
            <a:off x="510374" y="2936028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1" name="Gerader Verbinder 27">
            <a:extLst>
              <a:ext uri="{FF2B5EF4-FFF2-40B4-BE49-F238E27FC236}">
                <a16:creationId xmlns:a16="http://schemas.microsoft.com/office/drawing/2014/main" id="{035F5330-09CC-FF0B-25D8-6B611D9CF607}"/>
              </a:ext>
            </a:extLst>
          </p:cNvPr>
          <p:cNvCxnSpPr>
            <a:cxnSpLocks/>
          </p:cNvCxnSpPr>
          <p:nvPr/>
        </p:nvCxnSpPr>
        <p:spPr>
          <a:xfrm>
            <a:off x="1431514" y="2953031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4" name="Gerader Verbinder 27">
            <a:extLst>
              <a:ext uri="{FF2B5EF4-FFF2-40B4-BE49-F238E27FC236}">
                <a16:creationId xmlns:a16="http://schemas.microsoft.com/office/drawing/2014/main" id="{EB3C23D3-B190-585A-978F-C7DCFED38DA3}"/>
              </a:ext>
            </a:extLst>
          </p:cNvPr>
          <p:cNvCxnSpPr>
            <a:cxnSpLocks/>
          </p:cNvCxnSpPr>
          <p:nvPr/>
        </p:nvCxnSpPr>
        <p:spPr>
          <a:xfrm flipV="1">
            <a:off x="1727825" y="3306989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6" name="Gerader Verbinder 27">
            <a:extLst>
              <a:ext uri="{FF2B5EF4-FFF2-40B4-BE49-F238E27FC236}">
                <a16:creationId xmlns:a16="http://schemas.microsoft.com/office/drawing/2014/main" id="{DCDBFA13-5193-8738-FC76-4F23CFC7FAED}"/>
              </a:ext>
            </a:extLst>
          </p:cNvPr>
          <p:cNvCxnSpPr>
            <a:cxnSpLocks/>
          </p:cNvCxnSpPr>
          <p:nvPr/>
        </p:nvCxnSpPr>
        <p:spPr>
          <a:xfrm flipV="1">
            <a:off x="2815581" y="2934502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00" name="Textfeld 40">
            <a:extLst>
              <a:ext uri="{FF2B5EF4-FFF2-40B4-BE49-F238E27FC236}">
                <a16:creationId xmlns:a16="http://schemas.microsoft.com/office/drawing/2014/main" id="{5552355A-4A81-5463-AF00-322ECDEBC957}"/>
              </a:ext>
            </a:extLst>
          </p:cNvPr>
          <p:cNvSpPr txBox="1"/>
          <p:nvPr/>
        </p:nvSpPr>
        <p:spPr>
          <a:xfrm>
            <a:off x="3042982" y="789607"/>
            <a:ext cx="1171796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踏板制动力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 </a:t>
            </a:r>
            <a:r>
              <a:rPr lang="zh-CN" altLang="en-US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客服坡道制动力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02" name="Gerade Verbindung mit Pfeil 61">
            <a:extLst>
              <a:ext uri="{FF2B5EF4-FFF2-40B4-BE49-F238E27FC236}">
                <a16:creationId xmlns:a16="http://schemas.microsoft.com/office/drawing/2014/main" id="{390055BD-BC39-9D6E-C307-312E547DF376}"/>
              </a:ext>
            </a:extLst>
          </p:cNvPr>
          <p:cNvCxnSpPr>
            <a:cxnSpLocks/>
          </p:cNvCxnSpPr>
          <p:nvPr/>
        </p:nvCxnSpPr>
        <p:spPr>
          <a:xfrm>
            <a:off x="1589357" y="1113997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03" name="Textfeld 40">
            <a:extLst>
              <a:ext uri="{FF2B5EF4-FFF2-40B4-BE49-F238E27FC236}">
                <a16:creationId xmlns:a16="http://schemas.microsoft.com/office/drawing/2014/main" id="{998D73EC-81B3-6CCE-1D22-34FF324A7C5D}"/>
              </a:ext>
            </a:extLst>
          </p:cNvPr>
          <p:cNvSpPr txBox="1"/>
          <p:nvPr/>
        </p:nvSpPr>
        <p:spPr>
          <a:xfrm>
            <a:off x="1641526" y="1249493"/>
            <a:ext cx="1247136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激活，紫色部分由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VMC 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负责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04" name="Gerader Verbinder 21">
            <a:extLst>
              <a:ext uri="{FF2B5EF4-FFF2-40B4-BE49-F238E27FC236}">
                <a16:creationId xmlns:a16="http://schemas.microsoft.com/office/drawing/2014/main" id="{7E118952-04F0-DE27-5984-447D40A9AC12}"/>
              </a:ext>
            </a:extLst>
          </p:cNvPr>
          <p:cNvCxnSpPr>
            <a:cxnSpLocks/>
          </p:cNvCxnSpPr>
          <p:nvPr/>
        </p:nvCxnSpPr>
        <p:spPr>
          <a:xfrm flipH="1">
            <a:off x="516018" y="4716130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5" name="Gerader Verbinder 16">
            <a:extLst>
              <a:ext uri="{FF2B5EF4-FFF2-40B4-BE49-F238E27FC236}">
                <a16:creationId xmlns:a16="http://schemas.microsoft.com/office/drawing/2014/main" id="{5EB9010F-3EA0-D84B-ACDF-1241B5E45A2C}"/>
              </a:ext>
            </a:extLst>
          </p:cNvPr>
          <p:cNvCxnSpPr>
            <a:cxnSpLocks/>
          </p:cNvCxnSpPr>
          <p:nvPr/>
        </p:nvCxnSpPr>
        <p:spPr>
          <a:xfrm flipH="1">
            <a:off x="515438" y="3433537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06" name="Gerader Verbinder 27">
            <a:extLst>
              <a:ext uri="{FF2B5EF4-FFF2-40B4-BE49-F238E27FC236}">
                <a16:creationId xmlns:a16="http://schemas.microsoft.com/office/drawing/2014/main" id="{04FF027B-7BE7-F760-52AC-2BEBB5B8C70C}"/>
              </a:ext>
            </a:extLst>
          </p:cNvPr>
          <p:cNvCxnSpPr>
            <a:cxnSpLocks/>
          </p:cNvCxnSpPr>
          <p:nvPr/>
        </p:nvCxnSpPr>
        <p:spPr>
          <a:xfrm>
            <a:off x="516375" y="3528334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7" name="Gerader Verbinder 27">
            <a:extLst>
              <a:ext uri="{FF2B5EF4-FFF2-40B4-BE49-F238E27FC236}">
                <a16:creationId xmlns:a16="http://schemas.microsoft.com/office/drawing/2014/main" id="{50BDADF7-336C-B6CD-AEAA-0F204005D7D0}"/>
              </a:ext>
            </a:extLst>
          </p:cNvPr>
          <p:cNvCxnSpPr>
            <a:cxnSpLocks/>
          </p:cNvCxnSpPr>
          <p:nvPr/>
        </p:nvCxnSpPr>
        <p:spPr>
          <a:xfrm>
            <a:off x="1392958" y="4022044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08" name="Gerader Verbinder 27">
            <a:extLst>
              <a:ext uri="{FF2B5EF4-FFF2-40B4-BE49-F238E27FC236}">
                <a16:creationId xmlns:a16="http://schemas.microsoft.com/office/drawing/2014/main" id="{193D8EED-82E6-FD07-7715-1BE06601E612}"/>
              </a:ext>
            </a:extLst>
          </p:cNvPr>
          <p:cNvCxnSpPr>
            <a:cxnSpLocks/>
          </p:cNvCxnSpPr>
          <p:nvPr/>
        </p:nvCxnSpPr>
        <p:spPr>
          <a:xfrm>
            <a:off x="1601333" y="4067932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09" name="Textfeld 10">
            <a:extLst>
              <a:ext uri="{FF2B5EF4-FFF2-40B4-BE49-F238E27FC236}">
                <a16:creationId xmlns:a16="http://schemas.microsoft.com/office/drawing/2014/main" id="{177C53AE-F2EE-CA54-CFE6-F2184D7B9865}"/>
              </a:ext>
            </a:extLst>
          </p:cNvPr>
          <p:cNvSpPr txBox="1"/>
          <p:nvPr/>
        </p:nvSpPr>
        <p:spPr>
          <a:xfrm rot="16200000">
            <a:off x="-147862" y="3950300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10" name="Gerader Verbinder 27">
            <a:extLst>
              <a:ext uri="{FF2B5EF4-FFF2-40B4-BE49-F238E27FC236}">
                <a16:creationId xmlns:a16="http://schemas.microsoft.com/office/drawing/2014/main" id="{49EE7427-6A11-B720-47EF-6210410FA74A}"/>
              </a:ext>
            </a:extLst>
          </p:cNvPr>
          <p:cNvCxnSpPr>
            <a:cxnSpLocks/>
          </p:cNvCxnSpPr>
          <p:nvPr/>
        </p:nvCxnSpPr>
        <p:spPr>
          <a:xfrm>
            <a:off x="2952615" y="408068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12" name="Gerader Verbinder 27">
            <a:extLst>
              <a:ext uri="{FF2B5EF4-FFF2-40B4-BE49-F238E27FC236}">
                <a16:creationId xmlns:a16="http://schemas.microsoft.com/office/drawing/2014/main" id="{4BBC9518-C8AC-D483-CBFC-32832F696CE6}"/>
              </a:ext>
            </a:extLst>
          </p:cNvPr>
          <p:cNvCxnSpPr>
            <a:cxnSpLocks/>
          </p:cNvCxnSpPr>
          <p:nvPr/>
        </p:nvCxnSpPr>
        <p:spPr>
          <a:xfrm>
            <a:off x="3152599" y="4139687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2" name="矩形 121">
            <a:extLst>
              <a:ext uri="{FF2B5EF4-FFF2-40B4-BE49-F238E27FC236}">
                <a16:creationId xmlns:a16="http://schemas.microsoft.com/office/drawing/2014/main" id="{D5D4AAFB-CD1A-7D02-EDFC-E61646145072}"/>
              </a:ext>
            </a:extLst>
          </p:cNvPr>
          <p:cNvSpPr/>
          <p:nvPr/>
        </p:nvSpPr>
        <p:spPr>
          <a:xfrm>
            <a:off x="1596062" y="1755650"/>
            <a:ext cx="1341430" cy="250276"/>
          </a:xfrm>
          <a:prstGeom prst="rect">
            <a:avLst/>
          </a:prstGeom>
          <a:solidFill>
            <a:srgbClr val="FF00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37CCFD0A-FD22-CB82-AF46-23DA423602DC}"/>
              </a:ext>
            </a:extLst>
          </p:cNvPr>
          <p:cNvSpPr/>
          <p:nvPr/>
        </p:nvSpPr>
        <p:spPr>
          <a:xfrm>
            <a:off x="531725" y="2512099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F6C991-0B5C-1DD3-474F-5813AC4E2D58}"/>
              </a:ext>
            </a:extLst>
          </p:cNvPr>
          <p:cNvSpPr/>
          <p:nvPr/>
        </p:nvSpPr>
        <p:spPr>
          <a:xfrm>
            <a:off x="7711190" y="1630822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0B634C91-1336-7585-3E23-123E7A593583}"/>
              </a:ext>
            </a:extLst>
          </p:cNvPr>
          <p:cNvSpPr/>
          <p:nvPr/>
        </p:nvSpPr>
        <p:spPr>
          <a:xfrm>
            <a:off x="7429658" y="1608169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76333461-2606-003F-4483-4E81C1011182}"/>
              </a:ext>
            </a:extLst>
          </p:cNvPr>
          <p:cNvCxnSpPr>
            <a:cxnSpLocks/>
          </p:cNvCxnSpPr>
          <p:nvPr/>
        </p:nvCxnSpPr>
        <p:spPr>
          <a:xfrm>
            <a:off x="7706034" y="1606104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9431EA76-3B57-6361-D7A4-F41B9B304A49}"/>
              </a:ext>
            </a:extLst>
          </p:cNvPr>
          <p:cNvSpPr/>
          <p:nvPr/>
        </p:nvSpPr>
        <p:spPr>
          <a:xfrm>
            <a:off x="6330319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8F9D411A-A7F6-66E7-3677-81C6CC9CCE16}"/>
              </a:ext>
            </a:extLst>
          </p:cNvPr>
          <p:cNvSpPr/>
          <p:nvPr/>
        </p:nvSpPr>
        <p:spPr>
          <a:xfrm>
            <a:off x="6051879" y="1598828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4C52E352-F19F-802C-61AC-8D0EFB4B412C}"/>
              </a:ext>
            </a:extLst>
          </p:cNvPr>
          <p:cNvCxnSpPr>
            <a:cxnSpLocks/>
          </p:cNvCxnSpPr>
          <p:nvPr/>
        </p:nvCxnSpPr>
        <p:spPr>
          <a:xfrm flipH="1">
            <a:off x="6204576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CEA7C9B9-2D7E-6FB3-A219-944576C28F3D}"/>
              </a:ext>
            </a:extLst>
          </p:cNvPr>
          <p:cNvSpPr/>
          <p:nvPr/>
        </p:nvSpPr>
        <p:spPr>
          <a:xfrm>
            <a:off x="5162515" y="1620609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0ED05A5-B997-D08F-1660-9426D49259D6}"/>
              </a:ext>
            </a:extLst>
          </p:cNvPr>
          <p:cNvSpPr/>
          <p:nvPr/>
        </p:nvSpPr>
        <p:spPr>
          <a:xfrm>
            <a:off x="5169169" y="1738733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008769C3-FEF1-5C00-D2F0-F93A67B935B0}"/>
              </a:ext>
            </a:extLst>
          </p:cNvPr>
          <p:cNvCxnSpPr>
            <a:cxnSpLocks/>
          </p:cNvCxnSpPr>
          <p:nvPr/>
        </p:nvCxnSpPr>
        <p:spPr>
          <a:xfrm>
            <a:off x="5137478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BE3C24C8-8419-F2FD-27DD-3000286780FD}"/>
              </a:ext>
            </a:extLst>
          </p:cNvPr>
          <p:cNvCxnSpPr>
            <a:cxnSpLocks/>
          </p:cNvCxnSpPr>
          <p:nvPr/>
        </p:nvCxnSpPr>
        <p:spPr>
          <a:xfrm flipH="1" flipV="1">
            <a:off x="5159102" y="1997402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F961595B-7AB5-288E-30F8-92256FD680CE}"/>
              </a:ext>
            </a:extLst>
          </p:cNvPr>
          <p:cNvSpPr txBox="1"/>
          <p:nvPr/>
        </p:nvSpPr>
        <p:spPr>
          <a:xfrm rot="16200000">
            <a:off x="4418463" y="1187286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7CD57812-09BF-D430-7EA8-6FA48D8CAA58}"/>
              </a:ext>
            </a:extLst>
          </p:cNvPr>
          <p:cNvSpPr txBox="1"/>
          <p:nvPr/>
        </p:nvSpPr>
        <p:spPr>
          <a:xfrm>
            <a:off x="6684117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52FA92D6-6153-2049-5B53-FCA9F12A06FC}"/>
              </a:ext>
            </a:extLst>
          </p:cNvPr>
          <p:cNvCxnSpPr>
            <a:cxnSpLocks/>
          </p:cNvCxnSpPr>
          <p:nvPr/>
        </p:nvCxnSpPr>
        <p:spPr>
          <a:xfrm>
            <a:off x="5134855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AFE963E2-BCEF-40F2-AD59-E6EFC83A67B3}"/>
              </a:ext>
            </a:extLst>
          </p:cNvPr>
          <p:cNvSpPr txBox="1"/>
          <p:nvPr/>
        </p:nvSpPr>
        <p:spPr>
          <a:xfrm rot="16200000">
            <a:off x="4480449" y="2746715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3A46C543-C8E7-8C92-BD8B-88E7C82CF3EB}"/>
              </a:ext>
            </a:extLst>
          </p:cNvPr>
          <p:cNvCxnSpPr>
            <a:cxnSpLocks/>
          </p:cNvCxnSpPr>
          <p:nvPr/>
        </p:nvCxnSpPr>
        <p:spPr>
          <a:xfrm flipH="1" flipV="1">
            <a:off x="5131295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8B3274A7-9101-8365-C188-F002E58E0491}"/>
              </a:ext>
            </a:extLst>
          </p:cNvPr>
          <p:cNvCxnSpPr>
            <a:cxnSpLocks/>
          </p:cNvCxnSpPr>
          <p:nvPr/>
        </p:nvCxnSpPr>
        <p:spPr>
          <a:xfrm>
            <a:off x="5160814" y="1598828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5A38B7DF-930D-31C8-743C-F2C56CF43D24}"/>
              </a:ext>
            </a:extLst>
          </p:cNvPr>
          <p:cNvCxnSpPr>
            <a:cxnSpLocks/>
          </p:cNvCxnSpPr>
          <p:nvPr/>
        </p:nvCxnSpPr>
        <p:spPr>
          <a:xfrm>
            <a:off x="5135419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87601402-BDB7-140B-AB08-4A3A1566E29A}"/>
              </a:ext>
            </a:extLst>
          </p:cNvPr>
          <p:cNvCxnSpPr>
            <a:cxnSpLocks/>
          </p:cNvCxnSpPr>
          <p:nvPr/>
        </p:nvCxnSpPr>
        <p:spPr>
          <a:xfrm flipH="1">
            <a:off x="5137478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14F857F8-A284-3020-EF81-AEF0C2BB3BBA}"/>
              </a:ext>
            </a:extLst>
          </p:cNvPr>
          <p:cNvSpPr txBox="1"/>
          <p:nvPr/>
        </p:nvSpPr>
        <p:spPr>
          <a:xfrm>
            <a:off x="5364553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8607CF27-D50B-6629-0589-0BAFD62BBF18}"/>
              </a:ext>
            </a:extLst>
          </p:cNvPr>
          <p:cNvCxnSpPr>
            <a:cxnSpLocks/>
          </p:cNvCxnSpPr>
          <p:nvPr/>
        </p:nvCxnSpPr>
        <p:spPr>
          <a:xfrm>
            <a:off x="5147620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9862DCB0-0B48-71E7-0B7B-76F6DE2D36DF}"/>
              </a:ext>
            </a:extLst>
          </p:cNvPr>
          <p:cNvCxnSpPr>
            <a:cxnSpLocks/>
          </p:cNvCxnSpPr>
          <p:nvPr/>
        </p:nvCxnSpPr>
        <p:spPr>
          <a:xfrm>
            <a:off x="6058592" y="1601993"/>
            <a:ext cx="161221" cy="24125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A2175C16-B88B-AD8C-5E01-1DACE1082369}"/>
              </a:ext>
            </a:extLst>
          </p:cNvPr>
          <p:cNvSpPr txBox="1"/>
          <p:nvPr/>
        </p:nvSpPr>
        <p:spPr>
          <a:xfrm rot="16200000">
            <a:off x="4582874" y="2053094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41ADE49B-7A1C-585E-C7D8-42B3F9D0F973}"/>
              </a:ext>
            </a:extLst>
          </p:cNvPr>
          <p:cNvCxnSpPr>
            <a:cxnSpLocks/>
          </p:cNvCxnSpPr>
          <p:nvPr/>
        </p:nvCxnSpPr>
        <p:spPr>
          <a:xfrm flipV="1">
            <a:off x="7563970" y="1613514"/>
            <a:ext cx="135081" cy="20904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981F281D-E26E-04AA-AC74-E13CA8ADB231}"/>
              </a:ext>
            </a:extLst>
          </p:cNvPr>
          <p:cNvCxnSpPr>
            <a:cxnSpLocks/>
          </p:cNvCxnSpPr>
          <p:nvPr/>
        </p:nvCxnSpPr>
        <p:spPr>
          <a:xfrm flipH="1">
            <a:off x="7555973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A995AE36-CBE4-682A-3126-15312BED80B5}"/>
              </a:ext>
            </a:extLst>
          </p:cNvPr>
          <p:cNvCxnSpPr>
            <a:cxnSpLocks/>
          </p:cNvCxnSpPr>
          <p:nvPr/>
        </p:nvCxnSpPr>
        <p:spPr>
          <a:xfrm>
            <a:off x="7555973" y="935259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DE6AE8F9-7798-89C4-EB6A-BD693A5A3E5F}"/>
              </a:ext>
            </a:extLst>
          </p:cNvPr>
          <p:cNvCxnSpPr>
            <a:cxnSpLocks/>
          </p:cNvCxnSpPr>
          <p:nvPr/>
        </p:nvCxnSpPr>
        <p:spPr>
          <a:xfrm>
            <a:off x="5169169" y="1509315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891A9F42-834D-4158-2D18-C84831D32398}"/>
              </a:ext>
            </a:extLst>
          </p:cNvPr>
          <p:cNvCxnSpPr>
            <a:cxnSpLocks/>
          </p:cNvCxnSpPr>
          <p:nvPr/>
        </p:nvCxnSpPr>
        <p:spPr>
          <a:xfrm>
            <a:off x="6064591" y="1524775"/>
            <a:ext cx="147982" cy="213958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138F0E62-E202-F383-8893-0EEBAEB3EDD6}"/>
              </a:ext>
            </a:extLst>
          </p:cNvPr>
          <p:cNvSpPr/>
          <p:nvPr/>
        </p:nvSpPr>
        <p:spPr>
          <a:xfrm>
            <a:off x="5169169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4F1B4ED7-FDD6-1192-378C-B3F079225175}"/>
              </a:ext>
            </a:extLst>
          </p:cNvPr>
          <p:cNvSpPr/>
          <p:nvPr/>
        </p:nvSpPr>
        <p:spPr>
          <a:xfrm>
            <a:off x="6051879" y="1527850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8350BF0F-2AC1-639D-15C8-DEFE555C00F6}"/>
              </a:ext>
            </a:extLst>
          </p:cNvPr>
          <p:cNvCxnSpPr>
            <a:cxnSpLocks/>
          </p:cNvCxnSpPr>
          <p:nvPr/>
        </p:nvCxnSpPr>
        <p:spPr>
          <a:xfrm flipV="1">
            <a:off x="7555973" y="1513426"/>
            <a:ext cx="150061" cy="215443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DBDEE964-F772-5017-FB8D-7807673B56B2}"/>
              </a:ext>
            </a:extLst>
          </p:cNvPr>
          <p:cNvCxnSpPr>
            <a:cxnSpLocks/>
          </p:cNvCxnSpPr>
          <p:nvPr/>
        </p:nvCxnSpPr>
        <p:spPr>
          <a:xfrm>
            <a:off x="7706034" y="151342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A4567E08-8A55-D737-2AB9-1A3900E2BF34}"/>
              </a:ext>
            </a:extLst>
          </p:cNvPr>
          <p:cNvSpPr/>
          <p:nvPr/>
        </p:nvSpPr>
        <p:spPr>
          <a:xfrm>
            <a:off x="7712315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D627FDDD-D4FB-12A3-F62F-15BF0AB47D60}"/>
              </a:ext>
            </a:extLst>
          </p:cNvPr>
          <p:cNvSpPr/>
          <p:nvPr/>
        </p:nvSpPr>
        <p:spPr>
          <a:xfrm>
            <a:off x="7423479" y="1509315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6" name="Gerader Verbinder 26">
            <a:extLst>
              <a:ext uri="{FF2B5EF4-FFF2-40B4-BE49-F238E27FC236}">
                <a16:creationId xmlns:a16="http://schemas.microsoft.com/office/drawing/2014/main" id="{92112DC6-248E-E97D-64F1-53612D555808}"/>
              </a:ext>
            </a:extLst>
          </p:cNvPr>
          <p:cNvCxnSpPr>
            <a:cxnSpLocks/>
          </p:cNvCxnSpPr>
          <p:nvPr/>
        </p:nvCxnSpPr>
        <p:spPr>
          <a:xfrm flipV="1">
            <a:off x="5160732" y="2485571"/>
            <a:ext cx="345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7" name="矩形 156">
            <a:extLst>
              <a:ext uri="{FF2B5EF4-FFF2-40B4-BE49-F238E27FC236}">
                <a16:creationId xmlns:a16="http://schemas.microsoft.com/office/drawing/2014/main" id="{65991B1E-9139-27D4-D1F9-01A18701C3C8}"/>
              </a:ext>
            </a:extLst>
          </p:cNvPr>
          <p:cNvSpPr/>
          <p:nvPr/>
        </p:nvSpPr>
        <p:spPr>
          <a:xfrm>
            <a:off x="7720842" y="2941614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46DF879D-C0E3-68C8-30B7-6DBB9DB22F5D}"/>
              </a:ext>
            </a:extLst>
          </p:cNvPr>
          <p:cNvSpPr/>
          <p:nvPr/>
        </p:nvSpPr>
        <p:spPr>
          <a:xfrm>
            <a:off x="7427457" y="2924894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9" name="Gerader Verbinder 26">
            <a:extLst>
              <a:ext uri="{FF2B5EF4-FFF2-40B4-BE49-F238E27FC236}">
                <a16:creationId xmlns:a16="http://schemas.microsoft.com/office/drawing/2014/main" id="{1D252C20-0263-5D45-CDFB-A992F83A13A7}"/>
              </a:ext>
            </a:extLst>
          </p:cNvPr>
          <p:cNvCxnSpPr>
            <a:cxnSpLocks/>
          </p:cNvCxnSpPr>
          <p:nvPr/>
        </p:nvCxnSpPr>
        <p:spPr>
          <a:xfrm flipV="1">
            <a:off x="7698922" y="2918716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EDEE74DB-2587-0BC9-2736-3A45CEB1CA88}"/>
              </a:ext>
            </a:extLst>
          </p:cNvPr>
          <p:cNvSpPr/>
          <p:nvPr/>
        </p:nvSpPr>
        <p:spPr>
          <a:xfrm>
            <a:off x="6042545" y="2946279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F3BA45C0-ACA8-9279-5A82-F3E3DB53D3C5}"/>
              </a:ext>
            </a:extLst>
          </p:cNvPr>
          <p:cNvSpPr/>
          <p:nvPr/>
        </p:nvSpPr>
        <p:spPr>
          <a:xfrm>
            <a:off x="5122499" y="2949907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64" name="Gerader Verbinder 26">
            <a:extLst>
              <a:ext uri="{FF2B5EF4-FFF2-40B4-BE49-F238E27FC236}">
                <a16:creationId xmlns:a16="http://schemas.microsoft.com/office/drawing/2014/main" id="{DF18D356-0A63-7B5E-30AC-7960A8D0B995}"/>
              </a:ext>
            </a:extLst>
          </p:cNvPr>
          <p:cNvCxnSpPr>
            <a:cxnSpLocks/>
          </p:cNvCxnSpPr>
          <p:nvPr/>
        </p:nvCxnSpPr>
        <p:spPr>
          <a:xfrm>
            <a:off x="5128854" y="2925196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5" name="Gerader Verbinder 27">
            <a:extLst>
              <a:ext uri="{FF2B5EF4-FFF2-40B4-BE49-F238E27FC236}">
                <a16:creationId xmlns:a16="http://schemas.microsoft.com/office/drawing/2014/main" id="{08BFC286-553C-99BA-0706-0A252457EE58}"/>
              </a:ext>
            </a:extLst>
          </p:cNvPr>
          <p:cNvCxnSpPr>
            <a:cxnSpLocks/>
          </p:cNvCxnSpPr>
          <p:nvPr/>
        </p:nvCxnSpPr>
        <p:spPr>
          <a:xfrm>
            <a:off x="6049994" y="2942199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6" name="Gerader Verbinder 27">
            <a:extLst>
              <a:ext uri="{FF2B5EF4-FFF2-40B4-BE49-F238E27FC236}">
                <a16:creationId xmlns:a16="http://schemas.microsoft.com/office/drawing/2014/main" id="{3D54866A-5F25-C4CA-8B1F-C173EB5D51DB}"/>
              </a:ext>
            </a:extLst>
          </p:cNvPr>
          <p:cNvCxnSpPr>
            <a:cxnSpLocks/>
          </p:cNvCxnSpPr>
          <p:nvPr/>
        </p:nvCxnSpPr>
        <p:spPr>
          <a:xfrm flipV="1">
            <a:off x="6346305" y="3296157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7" name="Gerader Verbinder 27">
            <a:extLst>
              <a:ext uri="{FF2B5EF4-FFF2-40B4-BE49-F238E27FC236}">
                <a16:creationId xmlns:a16="http://schemas.microsoft.com/office/drawing/2014/main" id="{40429854-7EAF-BB6B-6C49-F28B6759E9E1}"/>
              </a:ext>
            </a:extLst>
          </p:cNvPr>
          <p:cNvCxnSpPr>
            <a:cxnSpLocks/>
          </p:cNvCxnSpPr>
          <p:nvPr/>
        </p:nvCxnSpPr>
        <p:spPr>
          <a:xfrm flipV="1">
            <a:off x="7434061" y="2923670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8" name="Textfeld 40">
            <a:extLst>
              <a:ext uri="{FF2B5EF4-FFF2-40B4-BE49-F238E27FC236}">
                <a16:creationId xmlns:a16="http://schemas.microsoft.com/office/drawing/2014/main" id="{9FE2B182-D260-EBA7-711A-4BD047F2EC01}"/>
              </a:ext>
            </a:extLst>
          </p:cNvPr>
          <p:cNvSpPr txBox="1"/>
          <p:nvPr/>
        </p:nvSpPr>
        <p:spPr>
          <a:xfrm>
            <a:off x="7757284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CE6A5E4B-8F13-8987-636C-C04F8C4557E6}"/>
              </a:ext>
            </a:extLst>
          </p:cNvPr>
          <p:cNvCxnSpPr>
            <a:cxnSpLocks/>
          </p:cNvCxnSpPr>
          <p:nvPr/>
        </p:nvCxnSpPr>
        <p:spPr>
          <a:xfrm>
            <a:off x="6207837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081168C1-E01D-D43C-5B6C-2DE22AF5D403}"/>
              </a:ext>
            </a:extLst>
          </p:cNvPr>
          <p:cNvSpPr txBox="1"/>
          <p:nvPr/>
        </p:nvSpPr>
        <p:spPr>
          <a:xfrm>
            <a:off x="6633984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B577A039-62C5-9148-BD62-F8712A335274}"/>
              </a:ext>
            </a:extLst>
          </p:cNvPr>
          <p:cNvCxnSpPr>
            <a:cxnSpLocks/>
          </p:cNvCxnSpPr>
          <p:nvPr/>
        </p:nvCxnSpPr>
        <p:spPr>
          <a:xfrm flipH="1">
            <a:off x="5134498" y="4705298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9FF2EDD8-E42B-B85E-D140-598B146FCD55}"/>
              </a:ext>
            </a:extLst>
          </p:cNvPr>
          <p:cNvCxnSpPr>
            <a:cxnSpLocks/>
          </p:cNvCxnSpPr>
          <p:nvPr/>
        </p:nvCxnSpPr>
        <p:spPr>
          <a:xfrm flipH="1">
            <a:off x="5133918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28CB4816-390D-F58F-7AD8-49756A1E4CE9}"/>
              </a:ext>
            </a:extLst>
          </p:cNvPr>
          <p:cNvCxnSpPr>
            <a:cxnSpLocks/>
          </p:cNvCxnSpPr>
          <p:nvPr/>
        </p:nvCxnSpPr>
        <p:spPr>
          <a:xfrm>
            <a:off x="5134855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7B850D5C-EA8C-B549-52F1-FB99CE8DDAF7}"/>
              </a:ext>
            </a:extLst>
          </p:cNvPr>
          <p:cNvCxnSpPr>
            <a:cxnSpLocks/>
          </p:cNvCxnSpPr>
          <p:nvPr/>
        </p:nvCxnSpPr>
        <p:spPr>
          <a:xfrm>
            <a:off x="6011438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C87FDA64-852D-0F9E-4521-E9B3910F0CC4}"/>
              </a:ext>
            </a:extLst>
          </p:cNvPr>
          <p:cNvCxnSpPr>
            <a:cxnSpLocks/>
          </p:cNvCxnSpPr>
          <p:nvPr/>
        </p:nvCxnSpPr>
        <p:spPr>
          <a:xfrm>
            <a:off x="6219813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2B40ED60-22C8-7A5B-F806-6D8422876D71}"/>
              </a:ext>
            </a:extLst>
          </p:cNvPr>
          <p:cNvSpPr txBox="1"/>
          <p:nvPr/>
        </p:nvSpPr>
        <p:spPr>
          <a:xfrm rot="16200000">
            <a:off x="4470618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CE975A9F-022A-CAA1-37D4-C937EB5224B4}"/>
              </a:ext>
            </a:extLst>
          </p:cNvPr>
          <p:cNvCxnSpPr>
            <a:cxnSpLocks/>
          </p:cNvCxnSpPr>
          <p:nvPr/>
        </p:nvCxnSpPr>
        <p:spPr>
          <a:xfrm>
            <a:off x="7571095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1ADC8693-4406-62AC-8054-D1C44261CA0B}"/>
              </a:ext>
            </a:extLst>
          </p:cNvPr>
          <p:cNvCxnSpPr>
            <a:cxnSpLocks/>
          </p:cNvCxnSpPr>
          <p:nvPr/>
        </p:nvCxnSpPr>
        <p:spPr>
          <a:xfrm>
            <a:off x="7771079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6265CD29-9CF0-6F9C-0B1A-0AB9C57E4A7A}"/>
              </a:ext>
            </a:extLst>
          </p:cNvPr>
          <p:cNvSpPr/>
          <p:nvPr/>
        </p:nvSpPr>
        <p:spPr>
          <a:xfrm>
            <a:off x="5150205" y="2501267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83" name="Gerader Verbinder 27">
            <a:extLst>
              <a:ext uri="{FF2B5EF4-FFF2-40B4-BE49-F238E27FC236}">
                <a16:creationId xmlns:a16="http://schemas.microsoft.com/office/drawing/2014/main" id="{01101FBD-BDDB-BCFB-0040-5E862E894B71}"/>
              </a:ext>
            </a:extLst>
          </p:cNvPr>
          <p:cNvCxnSpPr>
            <a:cxnSpLocks/>
          </p:cNvCxnSpPr>
          <p:nvPr/>
        </p:nvCxnSpPr>
        <p:spPr>
          <a:xfrm>
            <a:off x="6215491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85" name="Gerader Verbinder 27">
            <a:extLst>
              <a:ext uri="{FF2B5EF4-FFF2-40B4-BE49-F238E27FC236}">
                <a16:creationId xmlns:a16="http://schemas.microsoft.com/office/drawing/2014/main" id="{A587428B-9A11-7065-B33D-363F159FED30}"/>
              </a:ext>
            </a:extLst>
          </p:cNvPr>
          <p:cNvCxnSpPr>
            <a:cxnSpLocks/>
          </p:cNvCxnSpPr>
          <p:nvPr/>
        </p:nvCxnSpPr>
        <p:spPr>
          <a:xfrm>
            <a:off x="6220193" y="3111948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7BF388E0-F21B-9190-B112-A2842A9DC0B0}"/>
              </a:ext>
            </a:extLst>
          </p:cNvPr>
          <p:cNvSpPr/>
          <p:nvPr/>
        </p:nvSpPr>
        <p:spPr>
          <a:xfrm>
            <a:off x="6215491" y="1751607"/>
            <a:ext cx="1348479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53187CFB-5C37-8D64-A430-0894DC632415}"/>
              </a:ext>
            </a:extLst>
          </p:cNvPr>
          <p:cNvCxnSpPr>
            <a:cxnSpLocks/>
          </p:cNvCxnSpPr>
          <p:nvPr/>
        </p:nvCxnSpPr>
        <p:spPr>
          <a:xfrm flipH="1">
            <a:off x="6326319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95" name="Gerader Verbinder 27">
            <a:extLst>
              <a:ext uri="{FF2B5EF4-FFF2-40B4-BE49-F238E27FC236}">
                <a16:creationId xmlns:a16="http://schemas.microsoft.com/office/drawing/2014/main" id="{FABD9F10-76FA-8FB8-B3D7-EB3D5BAB1F3C}"/>
              </a:ext>
            </a:extLst>
          </p:cNvPr>
          <p:cNvCxnSpPr>
            <a:cxnSpLocks/>
          </p:cNvCxnSpPr>
          <p:nvPr/>
        </p:nvCxnSpPr>
        <p:spPr>
          <a:xfrm>
            <a:off x="7444818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6" name="Gerader Verbinder 27">
            <a:extLst>
              <a:ext uri="{FF2B5EF4-FFF2-40B4-BE49-F238E27FC236}">
                <a16:creationId xmlns:a16="http://schemas.microsoft.com/office/drawing/2014/main" id="{AAD1861E-3FBE-28E3-730F-3789A5F8B12E}"/>
              </a:ext>
            </a:extLst>
          </p:cNvPr>
          <p:cNvCxnSpPr>
            <a:cxnSpLocks/>
          </p:cNvCxnSpPr>
          <p:nvPr/>
        </p:nvCxnSpPr>
        <p:spPr>
          <a:xfrm>
            <a:off x="7438383" y="3124304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7" name="Gerader Verbinder 27">
            <a:extLst>
              <a:ext uri="{FF2B5EF4-FFF2-40B4-BE49-F238E27FC236}">
                <a16:creationId xmlns:a16="http://schemas.microsoft.com/office/drawing/2014/main" id="{F6192899-7146-D06F-3237-8B64E0061589}"/>
              </a:ext>
            </a:extLst>
          </p:cNvPr>
          <p:cNvCxnSpPr>
            <a:cxnSpLocks/>
          </p:cNvCxnSpPr>
          <p:nvPr/>
        </p:nvCxnSpPr>
        <p:spPr>
          <a:xfrm>
            <a:off x="6354024" y="2354229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9" name="Gerader Verbinder 27">
            <a:extLst>
              <a:ext uri="{FF2B5EF4-FFF2-40B4-BE49-F238E27FC236}">
                <a16:creationId xmlns:a16="http://schemas.microsoft.com/office/drawing/2014/main" id="{4C97B0A1-E1B0-674E-23BE-59078234601D}"/>
              </a:ext>
            </a:extLst>
          </p:cNvPr>
          <p:cNvCxnSpPr>
            <a:cxnSpLocks/>
          </p:cNvCxnSpPr>
          <p:nvPr/>
        </p:nvCxnSpPr>
        <p:spPr>
          <a:xfrm flipV="1">
            <a:off x="6334316" y="2354229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2" name="Gerader Verbinder 27">
            <a:extLst>
              <a:ext uri="{FF2B5EF4-FFF2-40B4-BE49-F238E27FC236}">
                <a16:creationId xmlns:a16="http://schemas.microsoft.com/office/drawing/2014/main" id="{367BD6C4-38A5-0542-B194-46D0620BDD7F}"/>
              </a:ext>
            </a:extLst>
          </p:cNvPr>
          <p:cNvCxnSpPr>
            <a:cxnSpLocks/>
          </p:cNvCxnSpPr>
          <p:nvPr/>
        </p:nvCxnSpPr>
        <p:spPr>
          <a:xfrm flipV="1">
            <a:off x="7438080" y="235994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3" name="Gerader Verbinder 27">
            <a:extLst>
              <a:ext uri="{FF2B5EF4-FFF2-40B4-BE49-F238E27FC236}">
                <a16:creationId xmlns:a16="http://schemas.microsoft.com/office/drawing/2014/main" id="{1BD538D3-A253-7459-67C2-CF0BCF7FF552}"/>
              </a:ext>
            </a:extLst>
          </p:cNvPr>
          <p:cNvCxnSpPr>
            <a:cxnSpLocks/>
          </p:cNvCxnSpPr>
          <p:nvPr/>
        </p:nvCxnSpPr>
        <p:spPr>
          <a:xfrm>
            <a:off x="6334316" y="3248033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E44BE8C1-CE25-626B-FB75-0387032B1704}"/>
              </a:ext>
            </a:extLst>
          </p:cNvPr>
          <p:cNvCxnSpPr>
            <a:cxnSpLocks/>
          </p:cNvCxnSpPr>
          <p:nvPr/>
        </p:nvCxnSpPr>
        <p:spPr>
          <a:xfrm flipH="1">
            <a:off x="7425659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5" name="Gerader Verbinder 27">
            <a:extLst>
              <a:ext uri="{FF2B5EF4-FFF2-40B4-BE49-F238E27FC236}">
                <a16:creationId xmlns:a16="http://schemas.microsoft.com/office/drawing/2014/main" id="{548D5E2B-2731-42BC-6270-34F0431BDA48}"/>
              </a:ext>
            </a:extLst>
          </p:cNvPr>
          <p:cNvCxnSpPr>
            <a:cxnSpLocks/>
          </p:cNvCxnSpPr>
          <p:nvPr/>
        </p:nvCxnSpPr>
        <p:spPr>
          <a:xfrm flipV="1">
            <a:off x="6326278" y="3117773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6" name="Gerader Verbinder 27">
            <a:extLst>
              <a:ext uri="{FF2B5EF4-FFF2-40B4-BE49-F238E27FC236}">
                <a16:creationId xmlns:a16="http://schemas.microsoft.com/office/drawing/2014/main" id="{963DEBC2-7288-D771-B59F-1C8C333EAA00}"/>
              </a:ext>
            </a:extLst>
          </p:cNvPr>
          <p:cNvCxnSpPr>
            <a:cxnSpLocks/>
          </p:cNvCxnSpPr>
          <p:nvPr/>
        </p:nvCxnSpPr>
        <p:spPr>
          <a:xfrm flipV="1">
            <a:off x="7423890" y="312430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208" name="矩形 207">
            <a:extLst>
              <a:ext uri="{FF2B5EF4-FFF2-40B4-BE49-F238E27FC236}">
                <a16:creationId xmlns:a16="http://schemas.microsoft.com/office/drawing/2014/main" id="{1F8020A0-CB49-2C09-F914-B2012701A412}"/>
              </a:ext>
            </a:extLst>
          </p:cNvPr>
          <p:cNvSpPr/>
          <p:nvPr/>
        </p:nvSpPr>
        <p:spPr>
          <a:xfrm>
            <a:off x="6222539" y="1753308"/>
            <a:ext cx="1341430" cy="250276"/>
          </a:xfrm>
          <a:prstGeom prst="rect">
            <a:avLst/>
          </a:prstGeom>
          <a:solidFill>
            <a:srgbClr val="FF00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AA4D337-82B2-59EA-DF26-149DC8E345C1}"/>
              </a:ext>
            </a:extLst>
          </p:cNvPr>
          <p:cNvSpPr/>
          <p:nvPr/>
        </p:nvSpPr>
        <p:spPr>
          <a:xfrm>
            <a:off x="6203092" y="2360140"/>
            <a:ext cx="1353064" cy="240957"/>
          </a:xfrm>
          <a:custGeom>
            <a:avLst/>
            <a:gdLst>
              <a:gd name="csX0" fmla="*/ 0 w 1353064"/>
              <a:gd name="csY0" fmla="*/ 129746 h 240957"/>
              <a:gd name="csX1" fmla="*/ 0 w 1353064"/>
              <a:gd name="csY1" fmla="*/ 234779 h 240957"/>
              <a:gd name="csX2" fmla="*/ 1353064 w 1353064"/>
              <a:gd name="csY2" fmla="*/ 240957 h 240957"/>
              <a:gd name="csX3" fmla="*/ 1346886 w 1353064"/>
              <a:gd name="csY3" fmla="*/ 123568 h 240957"/>
              <a:gd name="csX4" fmla="*/ 1235675 w 1353064"/>
              <a:gd name="csY4" fmla="*/ 123568 h 240957"/>
              <a:gd name="csX5" fmla="*/ 1235675 w 1353064"/>
              <a:gd name="csY5" fmla="*/ 12357 h 240957"/>
              <a:gd name="csX6" fmla="*/ 160637 w 1353064"/>
              <a:gd name="csY6" fmla="*/ 0 h 240957"/>
              <a:gd name="csX7" fmla="*/ 160637 w 1353064"/>
              <a:gd name="csY7" fmla="*/ 142103 h 240957"/>
              <a:gd name="csX8" fmla="*/ 0 w 1353064"/>
              <a:gd name="csY8" fmla="*/ 129746 h 240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4" h="240957">
                <a:moveTo>
                  <a:pt x="0" y="129746"/>
                </a:moveTo>
                <a:lnTo>
                  <a:pt x="0" y="234779"/>
                </a:lnTo>
                <a:lnTo>
                  <a:pt x="1353064" y="240957"/>
                </a:lnTo>
                <a:lnTo>
                  <a:pt x="1346886" y="123568"/>
                </a:lnTo>
                <a:lnTo>
                  <a:pt x="1235675" y="123568"/>
                </a:lnTo>
                <a:lnTo>
                  <a:pt x="1235675" y="12357"/>
                </a:lnTo>
                <a:lnTo>
                  <a:pt x="160637" y="0"/>
                </a:lnTo>
                <a:lnTo>
                  <a:pt x="160637" y="142103"/>
                </a:lnTo>
                <a:lnTo>
                  <a:pt x="0" y="129746"/>
                </a:lnTo>
                <a:close/>
              </a:path>
            </a:pathLst>
          </a:custGeom>
          <a:solidFill>
            <a:srgbClr val="FF00FF">
              <a:alpha val="32941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49C2B7C-CA6E-2141-71BB-593313A1449F}"/>
              </a:ext>
            </a:extLst>
          </p:cNvPr>
          <p:cNvSpPr/>
          <p:nvPr/>
        </p:nvSpPr>
        <p:spPr>
          <a:xfrm>
            <a:off x="6209270" y="3101546"/>
            <a:ext cx="1353065" cy="210065"/>
          </a:xfrm>
          <a:custGeom>
            <a:avLst/>
            <a:gdLst>
              <a:gd name="csX0" fmla="*/ 0 w 1353065"/>
              <a:gd name="csY0" fmla="*/ 0 h 210065"/>
              <a:gd name="csX1" fmla="*/ 0 w 1353065"/>
              <a:gd name="csY1" fmla="*/ 210065 h 210065"/>
              <a:gd name="csX2" fmla="*/ 1353065 w 1353065"/>
              <a:gd name="csY2" fmla="*/ 210065 h 210065"/>
              <a:gd name="csX3" fmla="*/ 1353065 w 1353065"/>
              <a:gd name="csY3" fmla="*/ 24713 h 210065"/>
              <a:gd name="csX4" fmla="*/ 1229498 w 1353065"/>
              <a:gd name="csY4" fmla="*/ 18535 h 210065"/>
              <a:gd name="csX5" fmla="*/ 1223319 w 1353065"/>
              <a:gd name="csY5" fmla="*/ 142103 h 210065"/>
              <a:gd name="csX6" fmla="*/ 123568 w 1353065"/>
              <a:gd name="csY6" fmla="*/ 148281 h 210065"/>
              <a:gd name="csX7" fmla="*/ 123568 w 1353065"/>
              <a:gd name="csY7" fmla="*/ 24713 h 210065"/>
              <a:gd name="csX8" fmla="*/ 0 w 1353065"/>
              <a:gd name="csY8" fmla="*/ 0 h 210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5" h="210065">
                <a:moveTo>
                  <a:pt x="0" y="0"/>
                </a:moveTo>
                <a:lnTo>
                  <a:pt x="0" y="210065"/>
                </a:lnTo>
                <a:lnTo>
                  <a:pt x="1353065" y="210065"/>
                </a:lnTo>
                <a:lnTo>
                  <a:pt x="1353065" y="24713"/>
                </a:lnTo>
                <a:lnTo>
                  <a:pt x="1229498" y="18535"/>
                </a:lnTo>
                <a:lnTo>
                  <a:pt x="1223319" y="142103"/>
                </a:lnTo>
                <a:lnTo>
                  <a:pt x="123568" y="148281"/>
                </a:lnTo>
                <a:lnTo>
                  <a:pt x="123568" y="24713"/>
                </a:lnTo>
                <a:lnTo>
                  <a:pt x="0" y="0"/>
                </a:lnTo>
                <a:close/>
              </a:path>
            </a:pathLst>
          </a:custGeom>
          <a:solidFill>
            <a:srgbClr val="FFAB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0E60042-A97D-6218-2BE3-542250D91913}"/>
              </a:ext>
            </a:extLst>
          </p:cNvPr>
          <p:cNvSpPr txBox="1"/>
          <p:nvPr/>
        </p:nvSpPr>
        <p:spPr>
          <a:xfrm>
            <a:off x="5245801" y="2043281"/>
            <a:ext cx="95877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当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激活条件满足，且制动踏板还未完全释放时，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请求的</a:t>
            </a:r>
            <a:r>
              <a:rPr lang="zh-CN" altLang="en-US" sz="600" kern="0" dirty="0">
                <a:solidFill>
                  <a:srgbClr val="000000"/>
                </a:solidFill>
              </a:rPr>
              <a:t>电制动扭矩</a:t>
            </a:r>
            <a:r>
              <a:rPr lang="en-US" altLang="zh-CN" sz="600" kern="0" dirty="0">
                <a:solidFill>
                  <a:srgbClr val="000000"/>
                </a:solidFill>
              </a:rPr>
              <a:t>=VCU</a:t>
            </a:r>
            <a:r>
              <a:rPr lang="zh-CN" altLang="en-US" sz="600" kern="0" dirty="0">
                <a:solidFill>
                  <a:srgbClr val="000000"/>
                </a:solidFill>
              </a:rPr>
              <a:t>的</a:t>
            </a:r>
            <a:r>
              <a:rPr lang="en-US" altLang="zh-CN" sz="600" kern="0" dirty="0">
                <a:solidFill>
                  <a:srgbClr val="000000"/>
                </a:solidFill>
              </a:rPr>
              <a:t>coasting</a:t>
            </a:r>
            <a:r>
              <a:rPr lang="zh-CN" altLang="en-US" sz="600" kern="0" dirty="0">
                <a:solidFill>
                  <a:srgbClr val="000000"/>
                </a:solidFill>
              </a:rPr>
              <a:t>扭矩请求</a:t>
            </a:r>
            <a:endParaRPr kumimoji="0" lang="zh-CN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0B318C4-DBE1-C4B2-4633-B15E2750A792}"/>
              </a:ext>
            </a:extLst>
          </p:cNvPr>
          <p:cNvCxnSpPr>
            <a:cxnSpLocks/>
          </p:cNvCxnSpPr>
          <p:nvPr/>
        </p:nvCxnSpPr>
        <p:spPr>
          <a:xfrm>
            <a:off x="6005810" y="2271675"/>
            <a:ext cx="216729" cy="174903"/>
          </a:xfrm>
          <a:prstGeom prst="straightConnector1">
            <a:avLst/>
          </a:prstGeom>
          <a:noFill/>
          <a:ln w="6350" cap="rnd" cmpd="sng" algn="ctr">
            <a:solidFill>
              <a:schemeClr val="tx1"/>
            </a:solidFill>
            <a:prstDash val="solid"/>
            <a:round/>
            <a:tailEnd type="triangle"/>
          </a:ln>
          <a:effectLst/>
        </p:spPr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EC4D2F7D-58B3-B421-3A1A-4BBD50DD9598}"/>
              </a:ext>
            </a:extLst>
          </p:cNvPr>
          <p:cNvSpPr txBox="1"/>
          <p:nvPr/>
        </p:nvSpPr>
        <p:spPr>
          <a:xfrm>
            <a:off x="7617936" y="2127399"/>
            <a:ext cx="958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当制动踏板还未完全释放时，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请求的</a:t>
            </a:r>
            <a:r>
              <a:rPr lang="zh-CN" altLang="en-US" sz="600" kern="0" dirty="0">
                <a:solidFill>
                  <a:srgbClr val="000000"/>
                </a:solidFill>
              </a:rPr>
              <a:t>电制动扭矩</a:t>
            </a:r>
            <a:r>
              <a:rPr lang="en-US" altLang="zh-CN" sz="600" kern="0" dirty="0">
                <a:solidFill>
                  <a:srgbClr val="000000"/>
                </a:solidFill>
              </a:rPr>
              <a:t>=VCU</a:t>
            </a:r>
            <a:r>
              <a:rPr lang="zh-CN" altLang="en-US" sz="600" kern="0" dirty="0">
                <a:solidFill>
                  <a:srgbClr val="000000"/>
                </a:solidFill>
              </a:rPr>
              <a:t>的</a:t>
            </a:r>
            <a:r>
              <a:rPr lang="en-US" altLang="zh-CN" sz="600" kern="0" dirty="0">
                <a:solidFill>
                  <a:srgbClr val="000000"/>
                </a:solidFill>
              </a:rPr>
              <a:t>coasting</a:t>
            </a:r>
            <a:r>
              <a:rPr lang="zh-CN" altLang="en-US" sz="600" kern="0" dirty="0">
                <a:solidFill>
                  <a:srgbClr val="000000"/>
                </a:solidFill>
              </a:rPr>
              <a:t>扭矩请求</a:t>
            </a:r>
            <a:endParaRPr kumimoji="0" lang="zh-CN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5021439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35BD8E-32E7-282D-5129-8C7B026F0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2D0C20-228C-129D-3DFF-B387812A6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57DB8E7-C123-2FAF-757B-3618A54F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895382-B08F-748D-9BEA-EC9B2E759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11</a:t>
            </a:fld>
            <a:endParaRPr lang="de-DE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78B90C1-0584-629F-75E2-D9E332ED64F1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05D8070-2ADD-3B4F-DB7E-76277654D1EA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B1F71BB2-0855-8459-4EEE-6E271DF0AA71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87D29F85-77DB-34AC-D7AB-CDEE86E77613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7612671-B4EB-E664-42C7-30ADD1B7F5B2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6D533D7-11CA-3476-1127-8B4752B977E2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862665-714C-AD4B-3FBB-BF6BF9CCD6AF}"/>
              </a:ext>
            </a:extLst>
          </p:cNvPr>
          <p:cNvSpPr/>
          <p:nvPr/>
        </p:nvSpPr>
        <p:spPr>
          <a:xfrm>
            <a:off x="3262757" y="1630822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7005ACF-1DB6-9152-6BF3-F831FC143D11}"/>
              </a:ext>
            </a:extLst>
          </p:cNvPr>
          <p:cNvSpPr/>
          <p:nvPr/>
        </p:nvSpPr>
        <p:spPr>
          <a:xfrm>
            <a:off x="2981225" y="1608169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3A9A0F3E-17F5-8C27-8121-CC34D5CA3D38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5F77D5B0-22FE-8358-C719-AC8060A1E6FC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1635D2AD-8C3A-2877-8806-1CB4DC314521}"/>
              </a:ext>
            </a:extLst>
          </p:cNvPr>
          <p:cNvSpPr/>
          <p:nvPr/>
        </p:nvSpPr>
        <p:spPr>
          <a:xfrm>
            <a:off x="1603446" y="1598828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417DE723-CA53-07AE-D288-2A73A1DEE8B3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F01F083E-8DDA-B518-DF20-E00B54C86D63}"/>
              </a:ext>
            </a:extLst>
          </p:cNvPr>
          <p:cNvSpPr/>
          <p:nvPr/>
        </p:nvSpPr>
        <p:spPr>
          <a:xfrm>
            <a:off x="714082" y="1620609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13B2E661-1561-5071-559D-AB61F7C57A2D}"/>
              </a:ext>
            </a:extLst>
          </p:cNvPr>
          <p:cNvSpPr/>
          <p:nvPr/>
        </p:nvSpPr>
        <p:spPr>
          <a:xfrm>
            <a:off x="720736" y="1738733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3CE35FBB-152A-3D72-DA2F-3F19ABEE1967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A23979CD-4B39-D34E-CFE5-1E9B943D9348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1997402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4FD47304-68EC-EE4C-810B-EA8959C1181D}"/>
              </a:ext>
            </a:extLst>
          </p:cNvPr>
          <p:cNvSpPr txBox="1"/>
          <p:nvPr/>
        </p:nvSpPr>
        <p:spPr>
          <a:xfrm rot="16200000">
            <a:off x="-29970" y="1187286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AA0AF375-678E-F56C-4C28-7F1D2C3E47A3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0A2DAC21-719B-C3D2-BE7D-0034FE650959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3D4AE70C-1B1B-6362-6A41-8824680A9C17}"/>
              </a:ext>
            </a:extLst>
          </p:cNvPr>
          <p:cNvSpPr txBox="1"/>
          <p:nvPr/>
        </p:nvSpPr>
        <p:spPr>
          <a:xfrm rot="16200000">
            <a:off x="32016" y="2746715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A6267AF0-43B8-C368-1A14-362B1899E3C4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C96A913E-B2BC-02ED-B0FE-C8A77540CE13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BB07268C-9B6A-774A-B370-3EF49A3488EE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D6643368-6F5F-BEAC-EF71-24C7E61D2385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72018B89-F721-F86D-EDD3-B5001ACE41AE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CA278372-9200-C130-1B5C-2EBCC8F5A553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55062E1E-626B-0868-02F9-AD9BAEC7D041}"/>
              </a:ext>
            </a:extLst>
          </p:cNvPr>
          <p:cNvCxnSpPr>
            <a:cxnSpLocks/>
          </p:cNvCxnSpPr>
          <p:nvPr/>
        </p:nvCxnSpPr>
        <p:spPr>
          <a:xfrm>
            <a:off x="1610159" y="1601993"/>
            <a:ext cx="161221" cy="24125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63F3D10E-2979-7D36-3003-C1E78FFD08EA}"/>
              </a:ext>
            </a:extLst>
          </p:cNvPr>
          <p:cNvSpPr txBox="1"/>
          <p:nvPr/>
        </p:nvSpPr>
        <p:spPr>
          <a:xfrm rot="16200000">
            <a:off x="134441" y="2053094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DAD86542-4099-008A-1D5B-4A3EEF7B9EB8}"/>
              </a:ext>
            </a:extLst>
          </p:cNvPr>
          <p:cNvCxnSpPr>
            <a:cxnSpLocks/>
          </p:cNvCxnSpPr>
          <p:nvPr/>
        </p:nvCxnSpPr>
        <p:spPr>
          <a:xfrm flipV="1">
            <a:off x="3115537" y="1613514"/>
            <a:ext cx="135081" cy="20904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7237F4F2-191D-97FE-3B2F-140C34D504B3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9A379990-8D61-38D8-6F25-15E776C5A9EF}"/>
              </a:ext>
            </a:extLst>
          </p:cNvPr>
          <p:cNvCxnSpPr>
            <a:cxnSpLocks/>
          </p:cNvCxnSpPr>
          <p:nvPr/>
        </p:nvCxnSpPr>
        <p:spPr>
          <a:xfrm>
            <a:off x="3107540" y="935259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A81C38E1-B606-6505-8317-4DCDE781699C}"/>
              </a:ext>
            </a:extLst>
          </p:cNvPr>
          <p:cNvCxnSpPr>
            <a:cxnSpLocks/>
          </p:cNvCxnSpPr>
          <p:nvPr/>
        </p:nvCxnSpPr>
        <p:spPr>
          <a:xfrm>
            <a:off x="720736" y="1509315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6DDD4DA8-19E0-DC79-9077-27D2FBC3A340}"/>
              </a:ext>
            </a:extLst>
          </p:cNvPr>
          <p:cNvCxnSpPr>
            <a:cxnSpLocks/>
          </p:cNvCxnSpPr>
          <p:nvPr/>
        </p:nvCxnSpPr>
        <p:spPr>
          <a:xfrm>
            <a:off x="1616158" y="1524775"/>
            <a:ext cx="147982" cy="213958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9E6A7677-AA29-4661-0B88-4D77B8FA3586}"/>
              </a:ext>
            </a:extLst>
          </p:cNvPr>
          <p:cNvSpPr/>
          <p:nvPr/>
        </p:nvSpPr>
        <p:spPr>
          <a:xfrm>
            <a:off x="720736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0199F61C-6C8B-8C7D-4EF7-27549EEB7CA1}"/>
              </a:ext>
            </a:extLst>
          </p:cNvPr>
          <p:cNvSpPr/>
          <p:nvPr/>
        </p:nvSpPr>
        <p:spPr>
          <a:xfrm>
            <a:off x="1603446" y="1527850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E5BD2129-CDB6-2549-3EF7-D341D6E5CD9B}"/>
              </a:ext>
            </a:extLst>
          </p:cNvPr>
          <p:cNvCxnSpPr>
            <a:cxnSpLocks/>
          </p:cNvCxnSpPr>
          <p:nvPr/>
        </p:nvCxnSpPr>
        <p:spPr>
          <a:xfrm flipV="1">
            <a:off x="3107540" y="1513426"/>
            <a:ext cx="150061" cy="215443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112D807C-ECCE-A042-5257-F4123468C166}"/>
              </a:ext>
            </a:extLst>
          </p:cNvPr>
          <p:cNvCxnSpPr>
            <a:cxnSpLocks/>
          </p:cNvCxnSpPr>
          <p:nvPr/>
        </p:nvCxnSpPr>
        <p:spPr>
          <a:xfrm>
            <a:off x="3257601" y="151342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7F925CBA-73F7-EBA7-DB55-6BF6059EC72E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30A89951-D120-BD2E-13F7-EA432EF7BC89}"/>
              </a:ext>
            </a:extLst>
          </p:cNvPr>
          <p:cNvSpPr/>
          <p:nvPr/>
        </p:nvSpPr>
        <p:spPr>
          <a:xfrm>
            <a:off x="2975046" y="1509315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6" name="Gerader Verbinder 26">
            <a:extLst>
              <a:ext uri="{FF2B5EF4-FFF2-40B4-BE49-F238E27FC236}">
                <a16:creationId xmlns:a16="http://schemas.microsoft.com/office/drawing/2014/main" id="{DB6370AD-E8E9-38A1-5D62-F9DB3D18D677}"/>
              </a:ext>
            </a:extLst>
          </p:cNvPr>
          <p:cNvCxnSpPr>
            <a:cxnSpLocks/>
          </p:cNvCxnSpPr>
          <p:nvPr/>
        </p:nvCxnSpPr>
        <p:spPr>
          <a:xfrm flipV="1">
            <a:off x="712299" y="2485571"/>
            <a:ext cx="345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7" name="矩形 156">
            <a:extLst>
              <a:ext uri="{FF2B5EF4-FFF2-40B4-BE49-F238E27FC236}">
                <a16:creationId xmlns:a16="http://schemas.microsoft.com/office/drawing/2014/main" id="{ADFA00BB-4C5B-91BC-A397-79624FC79DD7}"/>
              </a:ext>
            </a:extLst>
          </p:cNvPr>
          <p:cNvSpPr/>
          <p:nvPr/>
        </p:nvSpPr>
        <p:spPr>
          <a:xfrm>
            <a:off x="3272409" y="2941614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2FDCA87F-7654-1CF4-19AE-B432A899BC4D}"/>
              </a:ext>
            </a:extLst>
          </p:cNvPr>
          <p:cNvSpPr/>
          <p:nvPr/>
        </p:nvSpPr>
        <p:spPr>
          <a:xfrm>
            <a:off x="2979024" y="2924894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9" name="Gerader Verbinder 26">
            <a:extLst>
              <a:ext uri="{FF2B5EF4-FFF2-40B4-BE49-F238E27FC236}">
                <a16:creationId xmlns:a16="http://schemas.microsoft.com/office/drawing/2014/main" id="{CFABE54B-48D1-8405-D2E5-0DFC5C93EFFD}"/>
              </a:ext>
            </a:extLst>
          </p:cNvPr>
          <p:cNvCxnSpPr>
            <a:cxnSpLocks/>
          </p:cNvCxnSpPr>
          <p:nvPr/>
        </p:nvCxnSpPr>
        <p:spPr>
          <a:xfrm flipV="1">
            <a:off x="3250489" y="2918716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623FB86C-F599-6E4D-ADD1-E49FD3D24134}"/>
              </a:ext>
            </a:extLst>
          </p:cNvPr>
          <p:cNvSpPr/>
          <p:nvPr/>
        </p:nvSpPr>
        <p:spPr>
          <a:xfrm>
            <a:off x="1594112" y="2946279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BE22463-B691-ED9E-9B0A-856AB2B72B79}"/>
              </a:ext>
            </a:extLst>
          </p:cNvPr>
          <p:cNvSpPr/>
          <p:nvPr/>
        </p:nvSpPr>
        <p:spPr>
          <a:xfrm>
            <a:off x="674066" y="2949907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64" name="Gerader Verbinder 26">
            <a:extLst>
              <a:ext uri="{FF2B5EF4-FFF2-40B4-BE49-F238E27FC236}">
                <a16:creationId xmlns:a16="http://schemas.microsoft.com/office/drawing/2014/main" id="{A6E5D88B-8B31-28E7-569A-D3815AC89949}"/>
              </a:ext>
            </a:extLst>
          </p:cNvPr>
          <p:cNvCxnSpPr>
            <a:cxnSpLocks/>
          </p:cNvCxnSpPr>
          <p:nvPr/>
        </p:nvCxnSpPr>
        <p:spPr>
          <a:xfrm>
            <a:off x="680421" y="2925196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5" name="Gerader Verbinder 27">
            <a:extLst>
              <a:ext uri="{FF2B5EF4-FFF2-40B4-BE49-F238E27FC236}">
                <a16:creationId xmlns:a16="http://schemas.microsoft.com/office/drawing/2014/main" id="{190C8346-86DF-05B5-4D04-37D4AB77775D}"/>
              </a:ext>
            </a:extLst>
          </p:cNvPr>
          <p:cNvCxnSpPr>
            <a:cxnSpLocks/>
          </p:cNvCxnSpPr>
          <p:nvPr/>
        </p:nvCxnSpPr>
        <p:spPr>
          <a:xfrm>
            <a:off x="1601561" y="2942199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6" name="Gerader Verbinder 27">
            <a:extLst>
              <a:ext uri="{FF2B5EF4-FFF2-40B4-BE49-F238E27FC236}">
                <a16:creationId xmlns:a16="http://schemas.microsoft.com/office/drawing/2014/main" id="{E5F9E4FB-8925-37F1-69F3-969D00A8E6EE}"/>
              </a:ext>
            </a:extLst>
          </p:cNvPr>
          <p:cNvCxnSpPr>
            <a:cxnSpLocks/>
          </p:cNvCxnSpPr>
          <p:nvPr/>
        </p:nvCxnSpPr>
        <p:spPr>
          <a:xfrm flipV="1">
            <a:off x="1897872" y="3296157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7" name="Gerader Verbinder 27">
            <a:extLst>
              <a:ext uri="{FF2B5EF4-FFF2-40B4-BE49-F238E27FC236}">
                <a16:creationId xmlns:a16="http://schemas.microsoft.com/office/drawing/2014/main" id="{C065441B-FF1D-0BCD-8969-917A27DB619D}"/>
              </a:ext>
            </a:extLst>
          </p:cNvPr>
          <p:cNvCxnSpPr>
            <a:cxnSpLocks/>
          </p:cNvCxnSpPr>
          <p:nvPr/>
        </p:nvCxnSpPr>
        <p:spPr>
          <a:xfrm flipV="1">
            <a:off x="2985628" y="2923670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8" name="Textfeld 40">
            <a:extLst>
              <a:ext uri="{FF2B5EF4-FFF2-40B4-BE49-F238E27FC236}">
                <a16:creationId xmlns:a16="http://schemas.microsoft.com/office/drawing/2014/main" id="{396E2B27-EDC8-04D5-433B-FA54B57B8689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BD62C0DA-B39F-6AC3-A973-26BF58CA802E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7C611D6E-4862-CABD-BEF2-1A16C44D971E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EA153002-606C-7009-45AB-B26CB7717FFC}"/>
              </a:ext>
            </a:extLst>
          </p:cNvPr>
          <p:cNvCxnSpPr>
            <a:cxnSpLocks/>
          </p:cNvCxnSpPr>
          <p:nvPr/>
        </p:nvCxnSpPr>
        <p:spPr>
          <a:xfrm flipH="1">
            <a:off x="5134498" y="4705298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B4DB2F09-B059-E413-8A05-20036DD9FF22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525DBF4A-1967-B381-ACD0-6D35DCAA0AE8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E8C542EE-D180-D02E-975D-2E69068CA588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4AD56B12-9BAD-FFFB-8105-7B9873F52D01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2B995920-E880-2821-7450-2C76ADAAAE90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7CD7033D-45B4-AC64-A525-67D4DA440BF0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F384B87C-947C-6D49-805B-314ECCE51555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46253A8F-DDB3-2DA1-EBFD-190210D8F4C3}"/>
              </a:ext>
            </a:extLst>
          </p:cNvPr>
          <p:cNvSpPr/>
          <p:nvPr/>
        </p:nvSpPr>
        <p:spPr>
          <a:xfrm>
            <a:off x="701772" y="2501267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83" name="Gerader Verbinder 27">
            <a:extLst>
              <a:ext uri="{FF2B5EF4-FFF2-40B4-BE49-F238E27FC236}">
                <a16:creationId xmlns:a16="http://schemas.microsoft.com/office/drawing/2014/main" id="{A2797307-38F7-0EC2-1A23-F674A413B90D}"/>
              </a:ext>
            </a:extLst>
          </p:cNvPr>
          <p:cNvCxnSpPr>
            <a:cxnSpLocks/>
          </p:cNvCxnSpPr>
          <p:nvPr/>
        </p:nvCxnSpPr>
        <p:spPr>
          <a:xfrm>
            <a:off x="1767058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85" name="Gerader Verbinder 27">
            <a:extLst>
              <a:ext uri="{FF2B5EF4-FFF2-40B4-BE49-F238E27FC236}">
                <a16:creationId xmlns:a16="http://schemas.microsoft.com/office/drawing/2014/main" id="{66DF25CE-0281-E7F0-57D8-DF8D6C7FC4BD}"/>
              </a:ext>
            </a:extLst>
          </p:cNvPr>
          <p:cNvCxnSpPr>
            <a:cxnSpLocks/>
          </p:cNvCxnSpPr>
          <p:nvPr/>
        </p:nvCxnSpPr>
        <p:spPr>
          <a:xfrm>
            <a:off x="1771760" y="3111948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97E86CE7-F48E-A99E-8CAD-D2012D443FFE}"/>
              </a:ext>
            </a:extLst>
          </p:cNvPr>
          <p:cNvSpPr/>
          <p:nvPr/>
        </p:nvSpPr>
        <p:spPr>
          <a:xfrm>
            <a:off x="1767058" y="1751607"/>
            <a:ext cx="1348479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9B3D42BB-FB04-9919-F234-08288E07BE92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95" name="Gerader Verbinder 27">
            <a:extLst>
              <a:ext uri="{FF2B5EF4-FFF2-40B4-BE49-F238E27FC236}">
                <a16:creationId xmlns:a16="http://schemas.microsoft.com/office/drawing/2014/main" id="{0F92B330-084F-A93E-C834-092504FC0B35}"/>
              </a:ext>
            </a:extLst>
          </p:cNvPr>
          <p:cNvCxnSpPr>
            <a:cxnSpLocks/>
          </p:cNvCxnSpPr>
          <p:nvPr/>
        </p:nvCxnSpPr>
        <p:spPr>
          <a:xfrm>
            <a:off x="2996385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6" name="Gerader Verbinder 27">
            <a:extLst>
              <a:ext uri="{FF2B5EF4-FFF2-40B4-BE49-F238E27FC236}">
                <a16:creationId xmlns:a16="http://schemas.microsoft.com/office/drawing/2014/main" id="{ED217EF1-0C93-E65C-2EC5-B3E02A7986FE}"/>
              </a:ext>
            </a:extLst>
          </p:cNvPr>
          <p:cNvCxnSpPr>
            <a:cxnSpLocks/>
          </p:cNvCxnSpPr>
          <p:nvPr/>
        </p:nvCxnSpPr>
        <p:spPr>
          <a:xfrm>
            <a:off x="2989950" y="3124304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7" name="Gerader Verbinder 27">
            <a:extLst>
              <a:ext uri="{FF2B5EF4-FFF2-40B4-BE49-F238E27FC236}">
                <a16:creationId xmlns:a16="http://schemas.microsoft.com/office/drawing/2014/main" id="{9B9F8F21-7CED-76B5-D7A7-38AA996030E6}"/>
              </a:ext>
            </a:extLst>
          </p:cNvPr>
          <p:cNvCxnSpPr>
            <a:cxnSpLocks/>
          </p:cNvCxnSpPr>
          <p:nvPr/>
        </p:nvCxnSpPr>
        <p:spPr>
          <a:xfrm>
            <a:off x="1905591" y="2354229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9" name="Gerader Verbinder 27">
            <a:extLst>
              <a:ext uri="{FF2B5EF4-FFF2-40B4-BE49-F238E27FC236}">
                <a16:creationId xmlns:a16="http://schemas.microsoft.com/office/drawing/2014/main" id="{FE9A8E16-6FD7-108F-5A97-C031FDAF654A}"/>
              </a:ext>
            </a:extLst>
          </p:cNvPr>
          <p:cNvCxnSpPr>
            <a:cxnSpLocks/>
          </p:cNvCxnSpPr>
          <p:nvPr/>
        </p:nvCxnSpPr>
        <p:spPr>
          <a:xfrm flipV="1">
            <a:off x="1885883" y="2354229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2" name="Gerader Verbinder 27">
            <a:extLst>
              <a:ext uri="{FF2B5EF4-FFF2-40B4-BE49-F238E27FC236}">
                <a16:creationId xmlns:a16="http://schemas.microsoft.com/office/drawing/2014/main" id="{8D2B8E5A-228F-0688-4592-730DFE76B208}"/>
              </a:ext>
            </a:extLst>
          </p:cNvPr>
          <p:cNvCxnSpPr>
            <a:cxnSpLocks/>
          </p:cNvCxnSpPr>
          <p:nvPr/>
        </p:nvCxnSpPr>
        <p:spPr>
          <a:xfrm flipV="1">
            <a:off x="2989647" y="235994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3" name="Gerader Verbinder 27">
            <a:extLst>
              <a:ext uri="{FF2B5EF4-FFF2-40B4-BE49-F238E27FC236}">
                <a16:creationId xmlns:a16="http://schemas.microsoft.com/office/drawing/2014/main" id="{EF4CA72A-1D1F-7E27-13D3-56F4C5FEE067}"/>
              </a:ext>
            </a:extLst>
          </p:cNvPr>
          <p:cNvCxnSpPr>
            <a:cxnSpLocks/>
          </p:cNvCxnSpPr>
          <p:nvPr/>
        </p:nvCxnSpPr>
        <p:spPr>
          <a:xfrm>
            <a:off x="1885883" y="3248033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5B76B048-6B5F-4FF5-8810-716B058430B4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5" name="Gerader Verbinder 27">
            <a:extLst>
              <a:ext uri="{FF2B5EF4-FFF2-40B4-BE49-F238E27FC236}">
                <a16:creationId xmlns:a16="http://schemas.microsoft.com/office/drawing/2014/main" id="{0BB07A07-ECF1-7B67-0C55-E028B53315D8}"/>
              </a:ext>
            </a:extLst>
          </p:cNvPr>
          <p:cNvCxnSpPr>
            <a:cxnSpLocks/>
          </p:cNvCxnSpPr>
          <p:nvPr/>
        </p:nvCxnSpPr>
        <p:spPr>
          <a:xfrm flipV="1">
            <a:off x="1877845" y="3117773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6" name="Gerader Verbinder 27">
            <a:extLst>
              <a:ext uri="{FF2B5EF4-FFF2-40B4-BE49-F238E27FC236}">
                <a16:creationId xmlns:a16="http://schemas.microsoft.com/office/drawing/2014/main" id="{7F3D73BD-1EFD-EB47-926A-CC7EF4CC75CD}"/>
              </a:ext>
            </a:extLst>
          </p:cNvPr>
          <p:cNvCxnSpPr>
            <a:cxnSpLocks/>
          </p:cNvCxnSpPr>
          <p:nvPr/>
        </p:nvCxnSpPr>
        <p:spPr>
          <a:xfrm flipV="1">
            <a:off x="2975457" y="312430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208" name="矩形 207">
            <a:extLst>
              <a:ext uri="{FF2B5EF4-FFF2-40B4-BE49-F238E27FC236}">
                <a16:creationId xmlns:a16="http://schemas.microsoft.com/office/drawing/2014/main" id="{27CE1B6A-1A34-30FB-678C-124F3974D3ED}"/>
              </a:ext>
            </a:extLst>
          </p:cNvPr>
          <p:cNvSpPr/>
          <p:nvPr/>
        </p:nvSpPr>
        <p:spPr>
          <a:xfrm>
            <a:off x="1767721" y="1753308"/>
            <a:ext cx="1341430" cy="250276"/>
          </a:xfrm>
          <a:prstGeom prst="rect">
            <a:avLst/>
          </a:prstGeom>
          <a:solidFill>
            <a:srgbClr val="FF00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1A37FA10-2FB1-E5F4-5467-E88348A3F566}"/>
              </a:ext>
            </a:extLst>
          </p:cNvPr>
          <p:cNvSpPr/>
          <p:nvPr/>
        </p:nvSpPr>
        <p:spPr>
          <a:xfrm>
            <a:off x="1754659" y="2360140"/>
            <a:ext cx="1353064" cy="240957"/>
          </a:xfrm>
          <a:custGeom>
            <a:avLst/>
            <a:gdLst>
              <a:gd name="csX0" fmla="*/ 0 w 1353064"/>
              <a:gd name="csY0" fmla="*/ 129746 h 240957"/>
              <a:gd name="csX1" fmla="*/ 0 w 1353064"/>
              <a:gd name="csY1" fmla="*/ 234779 h 240957"/>
              <a:gd name="csX2" fmla="*/ 1353064 w 1353064"/>
              <a:gd name="csY2" fmla="*/ 240957 h 240957"/>
              <a:gd name="csX3" fmla="*/ 1346886 w 1353064"/>
              <a:gd name="csY3" fmla="*/ 123568 h 240957"/>
              <a:gd name="csX4" fmla="*/ 1235675 w 1353064"/>
              <a:gd name="csY4" fmla="*/ 123568 h 240957"/>
              <a:gd name="csX5" fmla="*/ 1235675 w 1353064"/>
              <a:gd name="csY5" fmla="*/ 12357 h 240957"/>
              <a:gd name="csX6" fmla="*/ 160637 w 1353064"/>
              <a:gd name="csY6" fmla="*/ 0 h 240957"/>
              <a:gd name="csX7" fmla="*/ 160637 w 1353064"/>
              <a:gd name="csY7" fmla="*/ 142103 h 240957"/>
              <a:gd name="csX8" fmla="*/ 0 w 1353064"/>
              <a:gd name="csY8" fmla="*/ 129746 h 240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4" h="240957">
                <a:moveTo>
                  <a:pt x="0" y="129746"/>
                </a:moveTo>
                <a:lnTo>
                  <a:pt x="0" y="234779"/>
                </a:lnTo>
                <a:lnTo>
                  <a:pt x="1353064" y="240957"/>
                </a:lnTo>
                <a:lnTo>
                  <a:pt x="1346886" y="123568"/>
                </a:lnTo>
                <a:lnTo>
                  <a:pt x="1235675" y="123568"/>
                </a:lnTo>
                <a:lnTo>
                  <a:pt x="1235675" y="12357"/>
                </a:lnTo>
                <a:lnTo>
                  <a:pt x="160637" y="0"/>
                </a:lnTo>
                <a:lnTo>
                  <a:pt x="160637" y="142103"/>
                </a:lnTo>
                <a:lnTo>
                  <a:pt x="0" y="129746"/>
                </a:lnTo>
                <a:close/>
              </a:path>
            </a:pathLst>
          </a:custGeom>
          <a:solidFill>
            <a:srgbClr val="FF00FF">
              <a:alpha val="32941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8C4C1755-9543-129B-8B7C-A28FEBE4866A}"/>
              </a:ext>
            </a:extLst>
          </p:cNvPr>
          <p:cNvSpPr/>
          <p:nvPr/>
        </p:nvSpPr>
        <p:spPr>
          <a:xfrm>
            <a:off x="1760837" y="3095318"/>
            <a:ext cx="1353065" cy="216293"/>
          </a:xfrm>
          <a:custGeom>
            <a:avLst/>
            <a:gdLst>
              <a:gd name="csX0" fmla="*/ 0 w 1353065"/>
              <a:gd name="csY0" fmla="*/ 0 h 210065"/>
              <a:gd name="csX1" fmla="*/ 0 w 1353065"/>
              <a:gd name="csY1" fmla="*/ 210065 h 210065"/>
              <a:gd name="csX2" fmla="*/ 1353065 w 1353065"/>
              <a:gd name="csY2" fmla="*/ 210065 h 210065"/>
              <a:gd name="csX3" fmla="*/ 1353065 w 1353065"/>
              <a:gd name="csY3" fmla="*/ 24713 h 210065"/>
              <a:gd name="csX4" fmla="*/ 1229498 w 1353065"/>
              <a:gd name="csY4" fmla="*/ 18535 h 210065"/>
              <a:gd name="csX5" fmla="*/ 1223319 w 1353065"/>
              <a:gd name="csY5" fmla="*/ 142103 h 210065"/>
              <a:gd name="csX6" fmla="*/ 123568 w 1353065"/>
              <a:gd name="csY6" fmla="*/ 148281 h 210065"/>
              <a:gd name="csX7" fmla="*/ 123568 w 1353065"/>
              <a:gd name="csY7" fmla="*/ 24713 h 210065"/>
              <a:gd name="csX8" fmla="*/ 0 w 1353065"/>
              <a:gd name="csY8" fmla="*/ 0 h 210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5" h="210065">
                <a:moveTo>
                  <a:pt x="0" y="0"/>
                </a:moveTo>
                <a:lnTo>
                  <a:pt x="0" y="210065"/>
                </a:lnTo>
                <a:lnTo>
                  <a:pt x="1353065" y="210065"/>
                </a:lnTo>
                <a:lnTo>
                  <a:pt x="1353065" y="24713"/>
                </a:lnTo>
                <a:lnTo>
                  <a:pt x="1229498" y="18535"/>
                </a:lnTo>
                <a:lnTo>
                  <a:pt x="1223319" y="142103"/>
                </a:lnTo>
                <a:lnTo>
                  <a:pt x="123568" y="148281"/>
                </a:lnTo>
                <a:lnTo>
                  <a:pt x="123568" y="24713"/>
                </a:lnTo>
                <a:lnTo>
                  <a:pt x="0" y="0"/>
                </a:lnTo>
                <a:close/>
              </a:path>
            </a:pathLst>
          </a:custGeom>
          <a:solidFill>
            <a:srgbClr val="FFAB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16CC032-4DD7-ECB2-D706-0242155D7E27}"/>
              </a:ext>
            </a:extLst>
          </p:cNvPr>
          <p:cNvSpPr txBox="1"/>
          <p:nvPr/>
        </p:nvSpPr>
        <p:spPr>
          <a:xfrm>
            <a:off x="3169503" y="2127399"/>
            <a:ext cx="958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当制动踏板还未完全释放时，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请求的</a:t>
            </a:r>
            <a:r>
              <a:rPr lang="zh-CN" altLang="en-US" sz="600" kern="0" dirty="0">
                <a:solidFill>
                  <a:srgbClr val="000000"/>
                </a:solidFill>
              </a:rPr>
              <a:t>电制动扭矩</a:t>
            </a:r>
            <a:r>
              <a:rPr lang="en-US" altLang="zh-CN" sz="600" kern="0" dirty="0">
                <a:solidFill>
                  <a:srgbClr val="000000"/>
                </a:solidFill>
              </a:rPr>
              <a:t>=VCU</a:t>
            </a:r>
            <a:r>
              <a:rPr lang="zh-CN" altLang="en-US" sz="600" kern="0" dirty="0">
                <a:solidFill>
                  <a:srgbClr val="000000"/>
                </a:solidFill>
              </a:rPr>
              <a:t>的</a:t>
            </a:r>
            <a:r>
              <a:rPr lang="en-US" altLang="zh-CN" sz="600" kern="0" dirty="0">
                <a:solidFill>
                  <a:srgbClr val="000000"/>
                </a:solidFill>
              </a:rPr>
              <a:t>coasting</a:t>
            </a:r>
            <a:r>
              <a:rPr lang="zh-CN" altLang="en-US" sz="600" kern="0" dirty="0">
                <a:solidFill>
                  <a:srgbClr val="000000"/>
                </a:solidFill>
              </a:rPr>
              <a:t>扭矩请求</a:t>
            </a:r>
            <a:endParaRPr kumimoji="0" lang="zh-CN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7151B2-5284-18B8-3F0E-6A5AB372DD40}"/>
              </a:ext>
            </a:extLst>
          </p:cNvPr>
          <p:cNvSpPr txBox="1"/>
          <p:nvPr/>
        </p:nvSpPr>
        <p:spPr>
          <a:xfrm>
            <a:off x="4794422" y="992991"/>
            <a:ext cx="4075911" cy="17235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 </a:t>
            </a:r>
            <a:r>
              <a:rPr lang="zh-CN" altLang="en-US" sz="800" kern="0" dirty="0">
                <a:solidFill>
                  <a:srgbClr val="000000"/>
                </a:solidFill>
              </a:rPr>
              <a:t>工作车速区间</a:t>
            </a:r>
            <a:r>
              <a:rPr lang="en-US" altLang="zh-CN" sz="800" kern="0" dirty="0">
                <a:solidFill>
                  <a:srgbClr val="000000"/>
                </a:solidFill>
              </a:rPr>
              <a:t>8-35kph </a:t>
            </a:r>
            <a:r>
              <a:rPr lang="zh-CN" altLang="en-US" sz="800" kern="0" dirty="0">
                <a:solidFill>
                  <a:srgbClr val="000000"/>
                </a:solidFill>
              </a:rPr>
              <a:t>左右，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所以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</a:t>
            </a:r>
            <a:r>
              <a:rPr lang="en-US" altLang="zh-CN" sz="800" kern="0" dirty="0">
                <a:solidFill>
                  <a:srgbClr val="000000"/>
                </a:solidFill>
              </a:rPr>
              <a:t>,</a:t>
            </a:r>
            <a:r>
              <a:rPr lang="en-US" altLang="zh-CN" sz="8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800" kern="0" dirty="0">
                <a:solidFill>
                  <a:srgbClr val="000000"/>
                </a:solidFill>
              </a:rPr>
              <a:t>/EMB</a:t>
            </a:r>
            <a:r>
              <a:rPr lang="zh-CN" altLang="en-US" sz="800" kern="0" dirty="0">
                <a:solidFill>
                  <a:srgbClr val="000000"/>
                </a:solidFill>
              </a:rPr>
              <a:t>是会请求</a:t>
            </a:r>
            <a:r>
              <a:rPr lang="en-US" altLang="zh-CN" sz="800" kern="0" dirty="0">
                <a:solidFill>
                  <a:srgbClr val="000000"/>
                </a:solidFill>
              </a:rPr>
              <a:t>regen torque</a:t>
            </a:r>
            <a:r>
              <a:rPr lang="zh-CN" altLang="en-US" sz="800" kern="0" dirty="0">
                <a:solidFill>
                  <a:srgbClr val="000000"/>
                </a:solidFill>
              </a:rPr>
              <a:t>的，同时</a:t>
            </a: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也会请求</a:t>
            </a:r>
            <a:r>
              <a:rPr lang="en-US" altLang="zh-CN" sz="800" kern="0" dirty="0">
                <a:solidFill>
                  <a:srgbClr val="000000"/>
                </a:solidFill>
              </a:rPr>
              <a:t>Coasting torque.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为了保证握手的平顺性，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激活时（满足踏板制动力</a:t>
            </a:r>
            <a:r>
              <a:rPr lang="en-US" altLang="zh-CN" sz="800" kern="0" dirty="0">
                <a:solidFill>
                  <a:srgbClr val="000000"/>
                </a:solidFill>
              </a:rPr>
              <a:t>+coasting&lt;HDC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计算的防溜坡制动力），且制动踏板未完全释放：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此时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 （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</a:t>
            </a:r>
            <a:r>
              <a:rPr lang="en-US" altLang="zh-CN" sz="800" kern="0" dirty="0">
                <a:solidFill>
                  <a:srgbClr val="000000"/>
                </a:solidFill>
              </a:rPr>
              <a:t> =VCU</a:t>
            </a:r>
            <a:r>
              <a:rPr lang="zh-CN" altLang="en-US" sz="800" kern="0" dirty="0">
                <a:solidFill>
                  <a:srgbClr val="000000"/>
                </a:solidFill>
              </a:rPr>
              <a:t>请求的</a:t>
            </a:r>
            <a:r>
              <a:rPr lang="en-US" altLang="zh-CN" sz="800" kern="0" dirty="0">
                <a:solidFill>
                  <a:srgbClr val="000000"/>
                </a:solidFill>
              </a:rPr>
              <a:t>coasting </a:t>
            </a:r>
            <a:r>
              <a:rPr lang="zh-CN" altLang="en-US" sz="800" kern="0" dirty="0">
                <a:solidFill>
                  <a:srgbClr val="000000"/>
                </a:solidFill>
              </a:rPr>
              <a:t>扭矩， 例如</a:t>
            </a:r>
            <a:r>
              <a:rPr lang="en-US" altLang="zh-CN" sz="800" kern="0" dirty="0">
                <a:solidFill>
                  <a:srgbClr val="000000"/>
                </a:solidFill>
              </a:rPr>
              <a:t>AWD</a:t>
            </a:r>
            <a:r>
              <a:rPr lang="zh-CN" altLang="en-US" sz="800" kern="0" dirty="0">
                <a:solidFill>
                  <a:srgbClr val="000000"/>
                </a:solidFill>
              </a:rPr>
              <a:t>前轴电机即：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-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DBRegenTrqFrntAxle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请求的液压制动扭矩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b="1" kern="0" dirty="0">
                <a:solidFill>
                  <a:srgbClr val="000000"/>
                </a:solidFill>
              </a:rPr>
              <a:t>)</a:t>
            </a:r>
            <a:r>
              <a:rPr lang="en-US" altLang="zh-CN" sz="800" kern="0" dirty="0">
                <a:solidFill>
                  <a:srgbClr val="000000"/>
                </a:solidFill>
              </a:rPr>
              <a:t> = 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HDCDecelTorqSum</a:t>
            </a:r>
            <a:r>
              <a:rPr lang="en-US" altLang="zh-CN" sz="800" kern="0" dirty="0">
                <a:solidFill>
                  <a:srgbClr val="000000"/>
                </a:solidFill>
              </a:rPr>
              <a:t>)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- 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请求的电制动扭矩（</a:t>
            </a:r>
            <a:r>
              <a:rPr lang="en-US" altLang="zh-CN" sz="800" kern="0" dirty="0">
                <a:solidFill>
                  <a:srgbClr val="000000"/>
                </a:solidFill>
              </a:rPr>
              <a:t>sum(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/xxx))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800" kern="0" dirty="0">
                <a:solidFill>
                  <a:srgbClr val="000000"/>
                </a:solidFill>
              </a:rPr>
              <a:t>制动端： </a:t>
            </a:r>
            <a:r>
              <a:rPr lang="en-US" altLang="zh-CN" sz="800" kern="0" dirty="0">
                <a:solidFill>
                  <a:srgbClr val="000000"/>
                </a:solidFill>
              </a:rPr>
              <a:t>1. 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请求的制动扭矩拥有最高优先级，且仅为液压制动（不分给</a:t>
            </a:r>
            <a:r>
              <a:rPr lang="en-US" altLang="zh-CN" sz="800" kern="0" dirty="0">
                <a:solidFill>
                  <a:srgbClr val="000000"/>
                </a:solidFill>
              </a:rPr>
              <a:t>regen</a:t>
            </a:r>
            <a:r>
              <a:rPr lang="zh-CN" altLang="en-US" sz="800" kern="0" dirty="0">
                <a:solidFill>
                  <a:srgbClr val="000000"/>
                </a:solidFill>
              </a:rPr>
              <a:t>）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>
                <a:solidFill>
                  <a:srgbClr val="000000"/>
                </a:solidFill>
              </a:rPr>
              <a:t>              2. VMC HDC </a:t>
            </a:r>
            <a:r>
              <a:rPr lang="zh-CN" altLang="en-US" sz="800" kern="0" dirty="0">
                <a:solidFill>
                  <a:srgbClr val="000000"/>
                </a:solidFill>
              </a:rPr>
              <a:t>请求</a:t>
            </a:r>
            <a:endParaRPr lang="en-US" altLang="zh-CN" sz="8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50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F364A0-E5A2-110D-A527-278908F7E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A5587-9D1D-62E2-132E-FF2E4F4E9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49D7DDF-9A7D-78FF-DB26-E533EB3BD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99F511-4A64-2A9D-59A5-F07EC76B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12</a:t>
            </a:fld>
            <a:endParaRPr lang="de-DE" dirty="0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4DC1FB0-90AA-04CE-DD93-23E77146C541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E29D4C52-8F6A-4E31-BF0D-FA923F99F73D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7B6EA478-F599-295C-0454-FF934C1E146D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FD888D2-FFEC-95AD-12AA-DE63388EB897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122845F-F953-EE3F-A9C2-D388B95C14CD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D4D0F2E1-8D32-F7F1-C1B1-E834C32E9A5D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F0C8C0F-3B92-BF6E-9604-8AA1424AB54A}"/>
              </a:ext>
            </a:extLst>
          </p:cNvPr>
          <p:cNvSpPr/>
          <p:nvPr/>
        </p:nvSpPr>
        <p:spPr>
          <a:xfrm>
            <a:off x="3262757" y="1630822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2AEBDD76-A4D9-4B86-5B69-A183DAB1164D}"/>
              </a:ext>
            </a:extLst>
          </p:cNvPr>
          <p:cNvSpPr/>
          <p:nvPr/>
        </p:nvSpPr>
        <p:spPr>
          <a:xfrm>
            <a:off x="2981225" y="1608169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" name="Gerader Verbinder 26">
            <a:extLst>
              <a:ext uri="{FF2B5EF4-FFF2-40B4-BE49-F238E27FC236}">
                <a16:creationId xmlns:a16="http://schemas.microsoft.com/office/drawing/2014/main" id="{DD234AD2-47A4-B14B-D53D-37DE6495CC37}"/>
              </a:ext>
            </a:extLst>
          </p:cNvPr>
          <p:cNvCxnSpPr>
            <a:cxnSpLocks/>
          </p:cNvCxnSpPr>
          <p:nvPr/>
        </p:nvCxnSpPr>
        <p:spPr>
          <a:xfrm>
            <a:off x="3257601" y="1606104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F8B13899-DBD1-3CE1-2EC3-ABDA1271C03C}"/>
              </a:ext>
            </a:extLst>
          </p:cNvPr>
          <p:cNvSpPr/>
          <p:nvPr/>
        </p:nvSpPr>
        <p:spPr>
          <a:xfrm>
            <a:off x="1881886" y="1935616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5593028-B7D5-DE1C-221B-88E89CE129F8}"/>
              </a:ext>
            </a:extLst>
          </p:cNvPr>
          <p:cNvSpPr/>
          <p:nvPr/>
        </p:nvSpPr>
        <p:spPr>
          <a:xfrm>
            <a:off x="1603446" y="1598828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78" name="Gerader Verbinder 13">
            <a:extLst>
              <a:ext uri="{FF2B5EF4-FFF2-40B4-BE49-F238E27FC236}">
                <a16:creationId xmlns:a16="http://schemas.microsoft.com/office/drawing/2014/main" id="{682688AC-2DFF-73CB-902A-E15FF806B0C1}"/>
              </a:ext>
            </a:extLst>
          </p:cNvPr>
          <p:cNvCxnSpPr>
            <a:cxnSpLocks/>
          </p:cNvCxnSpPr>
          <p:nvPr/>
        </p:nvCxnSpPr>
        <p:spPr>
          <a:xfrm flipH="1">
            <a:off x="1756143" y="8785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113" name="矩形 112">
            <a:extLst>
              <a:ext uri="{FF2B5EF4-FFF2-40B4-BE49-F238E27FC236}">
                <a16:creationId xmlns:a16="http://schemas.microsoft.com/office/drawing/2014/main" id="{233D7518-14C8-E61F-9BFC-C78C73D31F26}"/>
              </a:ext>
            </a:extLst>
          </p:cNvPr>
          <p:cNvSpPr/>
          <p:nvPr/>
        </p:nvSpPr>
        <p:spPr>
          <a:xfrm>
            <a:off x="714082" y="1620609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FD912B0D-9ABB-3070-7407-B495E6B9FCFF}"/>
              </a:ext>
            </a:extLst>
          </p:cNvPr>
          <p:cNvSpPr/>
          <p:nvPr/>
        </p:nvSpPr>
        <p:spPr>
          <a:xfrm>
            <a:off x="720736" y="1738733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6" name="Gerader Verbinder 5">
            <a:extLst>
              <a:ext uri="{FF2B5EF4-FFF2-40B4-BE49-F238E27FC236}">
                <a16:creationId xmlns:a16="http://schemas.microsoft.com/office/drawing/2014/main" id="{4ADF6148-B576-A6E6-41BA-E51520B66633}"/>
              </a:ext>
            </a:extLst>
          </p:cNvPr>
          <p:cNvCxnSpPr>
            <a:cxnSpLocks/>
          </p:cNvCxnSpPr>
          <p:nvPr/>
        </p:nvCxnSpPr>
        <p:spPr>
          <a:xfrm>
            <a:off x="689045" y="539308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17" name="Gerader Verbinder 6">
            <a:extLst>
              <a:ext uri="{FF2B5EF4-FFF2-40B4-BE49-F238E27FC236}">
                <a16:creationId xmlns:a16="http://schemas.microsoft.com/office/drawing/2014/main" id="{CB58AD91-77C7-D824-3EB0-A7B96B0C0F99}"/>
              </a:ext>
            </a:extLst>
          </p:cNvPr>
          <p:cNvCxnSpPr>
            <a:cxnSpLocks/>
          </p:cNvCxnSpPr>
          <p:nvPr/>
        </p:nvCxnSpPr>
        <p:spPr>
          <a:xfrm flipH="1" flipV="1">
            <a:off x="710669" y="1997402"/>
            <a:ext cx="3674156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9" name="Textfeld 10">
            <a:extLst>
              <a:ext uri="{FF2B5EF4-FFF2-40B4-BE49-F238E27FC236}">
                <a16:creationId xmlns:a16="http://schemas.microsoft.com/office/drawing/2014/main" id="{CE2BFE3F-86D6-238D-C95F-13BBFED5C554}"/>
              </a:ext>
            </a:extLst>
          </p:cNvPr>
          <p:cNvSpPr txBox="1"/>
          <p:nvPr/>
        </p:nvSpPr>
        <p:spPr>
          <a:xfrm rot="16200000">
            <a:off x="-29970" y="1187286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0" name="Textfeld 11">
            <a:extLst>
              <a:ext uri="{FF2B5EF4-FFF2-40B4-BE49-F238E27FC236}">
                <a16:creationId xmlns:a16="http://schemas.microsoft.com/office/drawing/2014/main" id="{A6CB7CC5-5FD7-1235-B271-2DFDE5D8D8C2}"/>
              </a:ext>
            </a:extLst>
          </p:cNvPr>
          <p:cNvSpPr txBox="1"/>
          <p:nvPr/>
        </p:nvSpPr>
        <p:spPr>
          <a:xfrm>
            <a:off x="2235684" y="4683832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21" name="Gerader Verbinder 16">
            <a:extLst>
              <a:ext uri="{FF2B5EF4-FFF2-40B4-BE49-F238E27FC236}">
                <a16:creationId xmlns:a16="http://schemas.microsoft.com/office/drawing/2014/main" id="{9E69B464-875B-4C05-815E-78DD15F74DFF}"/>
              </a:ext>
            </a:extLst>
          </p:cNvPr>
          <p:cNvCxnSpPr>
            <a:cxnSpLocks/>
          </p:cNvCxnSpPr>
          <p:nvPr/>
        </p:nvCxnSpPr>
        <p:spPr>
          <a:xfrm>
            <a:off x="686422" y="2613065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25" name="Textfeld 17">
            <a:extLst>
              <a:ext uri="{FF2B5EF4-FFF2-40B4-BE49-F238E27FC236}">
                <a16:creationId xmlns:a16="http://schemas.microsoft.com/office/drawing/2014/main" id="{815C9045-9026-C13D-0E32-6B24C3BB6DA6}"/>
              </a:ext>
            </a:extLst>
          </p:cNvPr>
          <p:cNvSpPr txBox="1"/>
          <p:nvPr/>
        </p:nvSpPr>
        <p:spPr>
          <a:xfrm rot="16200000">
            <a:off x="32016" y="2746715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126" name="Gerader Verbinder 21">
            <a:extLst>
              <a:ext uri="{FF2B5EF4-FFF2-40B4-BE49-F238E27FC236}">
                <a16:creationId xmlns:a16="http://schemas.microsoft.com/office/drawing/2014/main" id="{99532A07-57AB-6ABD-D3B7-D2203F1B1BD4}"/>
              </a:ext>
            </a:extLst>
          </p:cNvPr>
          <p:cNvCxnSpPr>
            <a:cxnSpLocks/>
          </p:cNvCxnSpPr>
          <p:nvPr/>
        </p:nvCxnSpPr>
        <p:spPr>
          <a:xfrm flipH="1" flipV="1">
            <a:off x="682862" y="3307646"/>
            <a:ext cx="3701963" cy="648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28" name="Gerader Verbinder 26">
            <a:extLst>
              <a:ext uri="{FF2B5EF4-FFF2-40B4-BE49-F238E27FC236}">
                <a16:creationId xmlns:a16="http://schemas.microsoft.com/office/drawing/2014/main" id="{08C9E8C8-0F23-47ED-4C08-06162364BEAA}"/>
              </a:ext>
            </a:extLst>
          </p:cNvPr>
          <p:cNvCxnSpPr>
            <a:cxnSpLocks/>
          </p:cNvCxnSpPr>
          <p:nvPr/>
        </p:nvCxnSpPr>
        <p:spPr>
          <a:xfrm>
            <a:off x="712381" y="1598828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9" name="Gerader Verbinder 36">
            <a:extLst>
              <a:ext uri="{FF2B5EF4-FFF2-40B4-BE49-F238E27FC236}">
                <a16:creationId xmlns:a16="http://schemas.microsoft.com/office/drawing/2014/main" id="{91DBD60B-2CEA-55A5-E891-55EC56218DD1}"/>
              </a:ext>
            </a:extLst>
          </p:cNvPr>
          <p:cNvCxnSpPr>
            <a:cxnSpLocks/>
          </p:cNvCxnSpPr>
          <p:nvPr/>
        </p:nvCxnSpPr>
        <p:spPr>
          <a:xfrm>
            <a:off x="686986" y="2053013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1" name="Gerader Verbinder 38">
            <a:extLst>
              <a:ext uri="{FF2B5EF4-FFF2-40B4-BE49-F238E27FC236}">
                <a16:creationId xmlns:a16="http://schemas.microsoft.com/office/drawing/2014/main" id="{F7DC182A-E676-3F8B-1B86-E0F04DFCE78E}"/>
              </a:ext>
            </a:extLst>
          </p:cNvPr>
          <p:cNvCxnSpPr>
            <a:cxnSpLocks/>
          </p:cNvCxnSpPr>
          <p:nvPr/>
        </p:nvCxnSpPr>
        <p:spPr>
          <a:xfrm flipH="1">
            <a:off x="689045" y="2593013"/>
            <a:ext cx="369578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33" name="Textfeld 40">
            <a:extLst>
              <a:ext uri="{FF2B5EF4-FFF2-40B4-BE49-F238E27FC236}">
                <a16:creationId xmlns:a16="http://schemas.microsoft.com/office/drawing/2014/main" id="{D7A0C6BC-3B5B-3998-1B4D-EEFC9AF1650E}"/>
              </a:ext>
            </a:extLst>
          </p:cNvPr>
          <p:cNvSpPr txBox="1"/>
          <p:nvPr/>
        </p:nvSpPr>
        <p:spPr>
          <a:xfrm>
            <a:off x="916120" y="729768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36" name="Gerade Verbindung mit Pfeil 61">
            <a:extLst>
              <a:ext uri="{FF2B5EF4-FFF2-40B4-BE49-F238E27FC236}">
                <a16:creationId xmlns:a16="http://schemas.microsoft.com/office/drawing/2014/main" id="{1174144F-BE00-2F58-E0B2-F74D0203A753}"/>
              </a:ext>
            </a:extLst>
          </p:cNvPr>
          <p:cNvCxnSpPr>
            <a:cxnSpLocks/>
          </p:cNvCxnSpPr>
          <p:nvPr/>
        </p:nvCxnSpPr>
        <p:spPr>
          <a:xfrm>
            <a:off x="699187" y="919873"/>
            <a:ext cx="104347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7" name="Gerader Verbinder 27">
            <a:extLst>
              <a:ext uri="{FF2B5EF4-FFF2-40B4-BE49-F238E27FC236}">
                <a16:creationId xmlns:a16="http://schemas.microsoft.com/office/drawing/2014/main" id="{20FA87DD-E16E-60E6-F907-B9DF0CF28A48}"/>
              </a:ext>
            </a:extLst>
          </p:cNvPr>
          <p:cNvCxnSpPr>
            <a:cxnSpLocks/>
          </p:cNvCxnSpPr>
          <p:nvPr/>
        </p:nvCxnSpPr>
        <p:spPr>
          <a:xfrm>
            <a:off x="1610159" y="1601993"/>
            <a:ext cx="161221" cy="24125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41" name="Textfeld 10">
            <a:extLst>
              <a:ext uri="{FF2B5EF4-FFF2-40B4-BE49-F238E27FC236}">
                <a16:creationId xmlns:a16="http://schemas.microsoft.com/office/drawing/2014/main" id="{0910261A-443D-B523-5428-D2331A010D45}"/>
              </a:ext>
            </a:extLst>
          </p:cNvPr>
          <p:cNvSpPr txBox="1"/>
          <p:nvPr/>
        </p:nvSpPr>
        <p:spPr>
          <a:xfrm rot="16200000">
            <a:off x="219848" y="2099260"/>
            <a:ext cx="514516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B050"/>
                </a:solidFill>
              </a:rPr>
              <a:t>VCU -&gt; MCU </a:t>
            </a:r>
            <a:r>
              <a:rPr lang="zh-CN" altLang="en-US" sz="700" kern="0" dirty="0">
                <a:solidFill>
                  <a:srgbClr val="00B050"/>
                </a:solidFill>
              </a:rPr>
              <a:t>电制动请求扭矩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42" name="Gerader Verbinder 27">
            <a:extLst>
              <a:ext uri="{FF2B5EF4-FFF2-40B4-BE49-F238E27FC236}">
                <a16:creationId xmlns:a16="http://schemas.microsoft.com/office/drawing/2014/main" id="{D32BC381-2081-B532-6CA9-8FF023FB9C50}"/>
              </a:ext>
            </a:extLst>
          </p:cNvPr>
          <p:cNvCxnSpPr>
            <a:cxnSpLocks/>
          </p:cNvCxnSpPr>
          <p:nvPr/>
        </p:nvCxnSpPr>
        <p:spPr>
          <a:xfrm flipV="1">
            <a:off x="3115537" y="1613514"/>
            <a:ext cx="135081" cy="20904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3" name="Gerader Verbinder 13">
            <a:extLst>
              <a:ext uri="{FF2B5EF4-FFF2-40B4-BE49-F238E27FC236}">
                <a16:creationId xmlns:a16="http://schemas.microsoft.com/office/drawing/2014/main" id="{30DF5E41-B7FB-6E10-0B60-A4131C73FF2B}"/>
              </a:ext>
            </a:extLst>
          </p:cNvPr>
          <p:cNvCxnSpPr>
            <a:cxnSpLocks/>
          </p:cNvCxnSpPr>
          <p:nvPr/>
        </p:nvCxnSpPr>
        <p:spPr>
          <a:xfrm flipH="1">
            <a:off x="3107540" y="849989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45" name="Gerade Verbindung mit Pfeil 61">
            <a:extLst>
              <a:ext uri="{FF2B5EF4-FFF2-40B4-BE49-F238E27FC236}">
                <a16:creationId xmlns:a16="http://schemas.microsoft.com/office/drawing/2014/main" id="{06890CBD-C959-3FA5-20ED-659C6E750EDD}"/>
              </a:ext>
            </a:extLst>
          </p:cNvPr>
          <p:cNvCxnSpPr>
            <a:cxnSpLocks/>
          </p:cNvCxnSpPr>
          <p:nvPr/>
        </p:nvCxnSpPr>
        <p:spPr>
          <a:xfrm>
            <a:off x="3107540" y="935259"/>
            <a:ext cx="1075571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46" name="Gerader Verbinder 26">
            <a:extLst>
              <a:ext uri="{FF2B5EF4-FFF2-40B4-BE49-F238E27FC236}">
                <a16:creationId xmlns:a16="http://schemas.microsoft.com/office/drawing/2014/main" id="{EAA33CC8-A1BA-B7B5-82E1-2966BC74156F}"/>
              </a:ext>
            </a:extLst>
          </p:cNvPr>
          <p:cNvCxnSpPr>
            <a:cxnSpLocks/>
          </p:cNvCxnSpPr>
          <p:nvPr/>
        </p:nvCxnSpPr>
        <p:spPr>
          <a:xfrm>
            <a:off x="720736" y="1509315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47" name="Gerader Verbinder 27">
            <a:extLst>
              <a:ext uri="{FF2B5EF4-FFF2-40B4-BE49-F238E27FC236}">
                <a16:creationId xmlns:a16="http://schemas.microsoft.com/office/drawing/2014/main" id="{759CD6FA-AA77-75CD-22A9-45992126C87B}"/>
              </a:ext>
            </a:extLst>
          </p:cNvPr>
          <p:cNvCxnSpPr>
            <a:cxnSpLocks/>
          </p:cNvCxnSpPr>
          <p:nvPr/>
        </p:nvCxnSpPr>
        <p:spPr>
          <a:xfrm>
            <a:off x="1616158" y="1524775"/>
            <a:ext cx="147982" cy="213958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AB2EA7E6-6114-B0B1-11DC-FEE57852EAFE}"/>
              </a:ext>
            </a:extLst>
          </p:cNvPr>
          <p:cNvSpPr/>
          <p:nvPr/>
        </p:nvSpPr>
        <p:spPr>
          <a:xfrm>
            <a:off x="720736" y="1529817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CF803330-85D6-31BF-ECFC-2B61651A356D}"/>
              </a:ext>
            </a:extLst>
          </p:cNvPr>
          <p:cNvSpPr/>
          <p:nvPr/>
        </p:nvSpPr>
        <p:spPr>
          <a:xfrm>
            <a:off x="1603446" y="1527850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0" name="Gerader Verbinder 27">
            <a:extLst>
              <a:ext uri="{FF2B5EF4-FFF2-40B4-BE49-F238E27FC236}">
                <a16:creationId xmlns:a16="http://schemas.microsoft.com/office/drawing/2014/main" id="{0A4248E5-2263-452A-C4F8-F9E52B6F4D0E}"/>
              </a:ext>
            </a:extLst>
          </p:cNvPr>
          <p:cNvCxnSpPr>
            <a:cxnSpLocks/>
          </p:cNvCxnSpPr>
          <p:nvPr/>
        </p:nvCxnSpPr>
        <p:spPr>
          <a:xfrm flipV="1">
            <a:off x="3107540" y="1513426"/>
            <a:ext cx="150061" cy="215443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52" name="Gerader Verbinder 26">
            <a:extLst>
              <a:ext uri="{FF2B5EF4-FFF2-40B4-BE49-F238E27FC236}">
                <a16:creationId xmlns:a16="http://schemas.microsoft.com/office/drawing/2014/main" id="{A8DA2618-3E90-4252-1F5B-2F0DFEDB856F}"/>
              </a:ext>
            </a:extLst>
          </p:cNvPr>
          <p:cNvCxnSpPr>
            <a:cxnSpLocks/>
          </p:cNvCxnSpPr>
          <p:nvPr/>
        </p:nvCxnSpPr>
        <p:spPr>
          <a:xfrm>
            <a:off x="3257601" y="151342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3" name="矩形 152">
            <a:extLst>
              <a:ext uri="{FF2B5EF4-FFF2-40B4-BE49-F238E27FC236}">
                <a16:creationId xmlns:a16="http://schemas.microsoft.com/office/drawing/2014/main" id="{2380AD28-B4F1-0493-D117-3BBB31E51EDA}"/>
              </a:ext>
            </a:extLst>
          </p:cNvPr>
          <p:cNvSpPr/>
          <p:nvPr/>
        </p:nvSpPr>
        <p:spPr>
          <a:xfrm>
            <a:off x="3263882" y="1522379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629E0B29-45A1-11A8-F186-BAD054DE9661}"/>
              </a:ext>
            </a:extLst>
          </p:cNvPr>
          <p:cNvSpPr/>
          <p:nvPr/>
        </p:nvSpPr>
        <p:spPr>
          <a:xfrm>
            <a:off x="2975046" y="1509315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6" name="Gerader Verbinder 26">
            <a:extLst>
              <a:ext uri="{FF2B5EF4-FFF2-40B4-BE49-F238E27FC236}">
                <a16:creationId xmlns:a16="http://schemas.microsoft.com/office/drawing/2014/main" id="{AFD2049D-F0E6-7EEF-4E39-4346A493875F}"/>
              </a:ext>
            </a:extLst>
          </p:cNvPr>
          <p:cNvCxnSpPr>
            <a:cxnSpLocks/>
          </p:cNvCxnSpPr>
          <p:nvPr/>
        </p:nvCxnSpPr>
        <p:spPr>
          <a:xfrm flipV="1">
            <a:off x="712299" y="2485571"/>
            <a:ext cx="345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157" name="矩形 156">
            <a:extLst>
              <a:ext uri="{FF2B5EF4-FFF2-40B4-BE49-F238E27FC236}">
                <a16:creationId xmlns:a16="http://schemas.microsoft.com/office/drawing/2014/main" id="{9B3CF01A-ACA9-9A90-D3EF-0E09E731C197}"/>
              </a:ext>
            </a:extLst>
          </p:cNvPr>
          <p:cNvSpPr/>
          <p:nvPr/>
        </p:nvSpPr>
        <p:spPr>
          <a:xfrm>
            <a:off x="3272409" y="2941614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BB767C30-5B1C-3E1A-0BCF-68DAC617CCD8}"/>
              </a:ext>
            </a:extLst>
          </p:cNvPr>
          <p:cNvSpPr/>
          <p:nvPr/>
        </p:nvSpPr>
        <p:spPr>
          <a:xfrm>
            <a:off x="2979024" y="2924894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59" name="Gerader Verbinder 26">
            <a:extLst>
              <a:ext uri="{FF2B5EF4-FFF2-40B4-BE49-F238E27FC236}">
                <a16:creationId xmlns:a16="http://schemas.microsoft.com/office/drawing/2014/main" id="{F9BAD435-9526-0DD3-3848-B5D4B703D64E}"/>
              </a:ext>
            </a:extLst>
          </p:cNvPr>
          <p:cNvCxnSpPr>
            <a:cxnSpLocks/>
          </p:cNvCxnSpPr>
          <p:nvPr/>
        </p:nvCxnSpPr>
        <p:spPr>
          <a:xfrm flipV="1">
            <a:off x="3250489" y="2918716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35F4AD8F-4507-0967-8144-BFA798DAEE5B}"/>
              </a:ext>
            </a:extLst>
          </p:cNvPr>
          <p:cNvSpPr/>
          <p:nvPr/>
        </p:nvSpPr>
        <p:spPr>
          <a:xfrm>
            <a:off x="1594112" y="2946279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EBA3C6F-0C2C-ED3E-1B6B-FEA88AB8FE51}"/>
              </a:ext>
            </a:extLst>
          </p:cNvPr>
          <p:cNvSpPr/>
          <p:nvPr/>
        </p:nvSpPr>
        <p:spPr>
          <a:xfrm>
            <a:off x="674066" y="2949907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64" name="Gerader Verbinder 26">
            <a:extLst>
              <a:ext uri="{FF2B5EF4-FFF2-40B4-BE49-F238E27FC236}">
                <a16:creationId xmlns:a16="http://schemas.microsoft.com/office/drawing/2014/main" id="{D3EF1A16-BE09-365E-9115-204DC887FEAA}"/>
              </a:ext>
            </a:extLst>
          </p:cNvPr>
          <p:cNvCxnSpPr>
            <a:cxnSpLocks/>
          </p:cNvCxnSpPr>
          <p:nvPr/>
        </p:nvCxnSpPr>
        <p:spPr>
          <a:xfrm>
            <a:off x="680421" y="2925196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5" name="Gerader Verbinder 27">
            <a:extLst>
              <a:ext uri="{FF2B5EF4-FFF2-40B4-BE49-F238E27FC236}">
                <a16:creationId xmlns:a16="http://schemas.microsoft.com/office/drawing/2014/main" id="{EC50145B-AE27-533D-D469-B4F28D598AB8}"/>
              </a:ext>
            </a:extLst>
          </p:cNvPr>
          <p:cNvCxnSpPr>
            <a:cxnSpLocks/>
          </p:cNvCxnSpPr>
          <p:nvPr/>
        </p:nvCxnSpPr>
        <p:spPr>
          <a:xfrm>
            <a:off x="1601561" y="2942199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6" name="Gerader Verbinder 27">
            <a:extLst>
              <a:ext uri="{FF2B5EF4-FFF2-40B4-BE49-F238E27FC236}">
                <a16:creationId xmlns:a16="http://schemas.microsoft.com/office/drawing/2014/main" id="{E3CB4886-AB7C-8FD0-F085-ADC9EA8317D5}"/>
              </a:ext>
            </a:extLst>
          </p:cNvPr>
          <p:cNvCxnSpPr>
            <a:cxnSpLocks/>
          </p:cNvCxnSpPr>
          <p:nvPr/>
        </p:nvCxnSpPr>
        <p:spPr>
          <a:xfrm flipV="1">
            <a:off x="1897872" y="3296157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7" name="Gerader Verbinder 27">
            <a:extLst>
              <a:ext uri="{FF2B5EF4-FFF2-40B4-BE49-F238E27FC236}">
                <a16:creationId xmlns:a16="http://schemas.microsoft.com/office/drawing/2014/main" id="{E92F5F7E-8751-17A4-4E70-66DA68BBC5AC}"/>
              </a:ext>
            </a:extLst>
          </p:cNvPr>
          <p:cNvCxnSpPr>
            <a:cxnSpLocks/>
          </p:cNvCxnSpPr>
          <p:nvPr/>
        </p:nvCxnSpPr>
        <p:spPr>
          <a:xfrm flipV="1">
            <a:off x="2991909" y="2937675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68" name="Textfeld 40">
            <a:extLst>
              <a:ext uri="{FF2B5EF4-FFF2-40B4-BE49-F238E27FC236}">
                <a16:creationId xmlns:a16="http://schemas.microsoft.com/office/drawing/2014/main" id="{487346D0-C215-8D19-EC92-DE72026D5A7A}"/>
              </a:ext>
            </a:extLst>
          </p:cNvPr>
          <p:cNvSpPr txBox="1"/>
          <p:nvPr/>
        </p:nvSpPr>
        <p:spPr>
          <a:xfrm>
            <a:off x="3308851" y="753132"/>
            <a:ext cx="516167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lang="en-US" altLang="zh-CN" sz="700" kern="0" dirty="0">
                <a:solidFill>
                  <a:srgbClr val="000000"/>
                </a:solidFill>
                <a:highlight>
                  <a:srgbClr val="FFFF00"/>
                </a:highlight>
              </a:rPr>
              <a:t>standby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69" name="Gerade Verbindung mit Pfeil 61">
            <a:extLst>
              <a:ext uri="{FF2B5EF4-FFF2-40B4-BE49-F238E27FC236}">
                <a16:creationId xmlns:a16="http://schemas.microsoft.com/office/drawing/2014/main" id="{BED9F6B1-8CC8-3C0D-29D1-0039FAFBB4EC}"/>
              </a:ext>
            </a:extLst>
          </p:cNvPr>
          <p:cNvCxnSpPr>
            <a:cxnSpLocks/>
          </p:cNvCxnSpPr>
          <p:nvPr/>
        </p:nvCxnSpPr>
        <p:spPr>
          <a:xfrm>
            <a:off x="1759404" y="1103165"/>
            <a:ext cx="1332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70" name="Textfeld 40">
            <a:extLst>
              <a:ext uri="{FF2B5EF4-FFF2-40B4-BE49-F238E27FC236}">
                <a16:creationId xmlns:a16="http://schemas.microsoft.com/office/drawing/2014/main" id="{4E94ECE5-0F64-3C6B-4744-5140F42B95C5}"/>
              </a:ext>
            </a:extLst>
          </p:cNvPr>
          <p:cNvSpPr txBox="1"/>
          <p:nvPr/>
        </p:nvSpPr>
        <p:spPr>
          <a:xfrm>
            <a:off x="2185551" y="1233020"/>
            <a:ext cx="304571" cy="92333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00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00FF"/>
              </a:highlight>
              <a:uLnTx/>
              <a:uFillTx/>
            </a:endParaRPr>
          </a:p>
        </p:txBody>
      </p:sp>
      <p:cxnSp>
        <p:nvCxnSpPr>
          <p:cNvPr id="171" name="Gerader Verbinder 21">
            <a:extLst>
              <a:ext uri="{FF2B5EF4-FFF2-40B4-BE49-F238E27FC236}">
                <a16:creationId xmlns:a16="http://schemas.microsoft.com/office/drawing/2014/main" id="{69ED5CED-14F8-1A5B-1322-769A3229299D}"/>
              </a:ext>
            </a:extLst>
          </p:cNvPr>
          <p:cNvCxnSpPr>
            <a:cxnSpLocks/>
          </p:cNvCxnSpPr>
          <p:nvPr/>
        </p:nvCxnSpPr>
        <p:spPr>
          <a:xfrm flipH="1">
            <a:off x="5134498" y="4705298"/>
            <a:ext cx="369876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2" name="Gerader Verbinder 16">
            <a:extLst>
              <a:ext uri="{FF2B5EF4-FFF2-40B4-BE49-F238E27FC236}">
                <a16:creationId xmlns:a16="http://schemas.microsoft.com/office/drawing/2014/main" id="{384AD18F-3618-7155-95F3-839B3112E73D}"/>
              </a:ext>
            </a:extLst>
          </p:cNvPr>
          <p:cNvCxnSpPr>
            <a:cxnSpLocks/>
          </p:cNvCxnSpPr>
          <p:nvPr/>
        </p:nvCxnSpPr>
        <p:spPr>
          <a:xfrm flipH="1">
            <a:off x="685485" y="3422705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73" name="Gerader Verbinder 27">
            <a:extLst>
              <a:ext uri="{FF2B5EF4-FFF2-40B4-BE49-F238E27FC236}">
                <a16:creationId xmlns:a16="http://schemas.microsoft.com/office/drawing/2014/main" id="{968ADD5C-5E81-6D3C-5F68-DE193921C0BE}"/>
              </a:ext>
            </a:extLst>
          </p:cNvPr>
          <p:cNvCxnSpPr>
            <a:cxnSpLocks/>
          </p:cNvCxnSpPr>
          <p:nvPr/>
        </p:nvCxnSpPr>
        <p:spPr>
          <a:xfrm>
            <a:off x="686422" y="3517502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74" name="Gerader Verbinder 27">
            <a:extLst>
              <a:ext uri="{FF2B5EF4-FFF2-40B4-BE49-F238E27FC236}">
                <a16:creationId xmlns:a16="http://schemas.microsoft.com/office/drawing/2014/main" id="{A349A5EA-EB01-AFD7-4147-5EDD172D154A}"/>
              </a:ext>
            </a:extLst>
          </p:cNvPr>
          <p:cNvCxnSpPr>
            <a:cxnSpLocks/>
          </p:cNvCxnSpPr>
          <p:nvPr/>
        </p:nvCxnSpPr>
        <p:spPr>
          <a:xfrm>
            <a:off x="1563005" y="4011212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5" name="Gerader Verbinder 27">
            <a:extLst>
              <a:ext uri="{FF2B5EF4-FFF2-40B4-BE49-F238E27FC236}">
                <a16:creationId xmlns:a16="http://schemas.microsoft.com/office/drawing/2014/main" id="{E8B771F4-362D-BD11-2F14-F6BAC23AD65A}"/>
              </a:ext>
            </a:extLst>
          </p:cNvPr>
          <p:cNvCxnSpPr>
            <a:cxnSpLocks/>
          </p:cNvCxnSpPr>
          <p:nvPr/>
        </p:nvCxnSpPr>
        <p:spPr>
          <a:xfrm>
            <a:off x="1771380" y="4057100"/>
            <a:ext cx="1320024" cy="12750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77" name="Textfeld 10">
            <a:extLst>
              <a:ext uri="{FF2B5EF4-FFF2-40B4-BE49-F238E27FC236}">
                <a16:creationId xmlns:a16="http://schemas.microsoft.com/office/drawing/2014/main" id="{25ACDE66-8DCB-AC27-A310-8AD12ECCAFBB}"/>
              </a:ext>
            </a:extLst>
          </p:cNvPr>
          <p:cNvSpPr txBox="1"/>
          <p:nvPr/>
        </p:nvSpPr>
        <p:spPr>
          <a:xfrm rot="16200000">
            <a:off x="22185" y="3939468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8" name="Gerader Verbinder 27">
            <a:extLst>
              <a:ext uri="{FF2B5EF4-FFF2-40B4-BE49-F238E27FC236}">
                <a16:creationId xmlns:a16="http://schemas.microsoft.com/office/drawing/2014/main" id="{004A89BA-463F-E24A-CCF1-524A50771EC0}"/>
              </a:ext>
            </a:extLst>
          </p:cNvPr>
          <p:cNvCxnSpPr>
            <a:cxnSpLocks/>
          </p:cNvCxnSpPr>
          <p:nvPr/>
        </p:nvCxnSpPr>
        <p:spPr>
          <a:xfrm>
            <a:off x="3122662" y="4069850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9" name="Gerader Verbinder 27">
            <a:extLst>
              <a:ext uri="{FF2B5EF4-FFF2-40B4-BE49-F238E27FC236}">
                <a16:creationId xmlns:a16="http://schemas.microsoft.com/office/drawing/2014/main" id="{9EE527AC-A94C-14F3-6C9C-31541D5B3595}"/>
              </a:ext>
            </a:extLst>
          </p:cNvPr>
          <p:cNvCxnSpPr>
            <a:cxnSpLocks/>
          </p:cNvCxnSpPr>
          <p:nvPr/>
        </p:nvCxnSpPr>
        <p:spPr>
          <a:xfrm>
            <a:off x="3322646" y="4128855"/>
            <a:ext cx="828000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81" name="矩形 180">
            <a:extLst>
              <a:ext uri="{FF2B5EF4-FFF2-40B4-BE49-F238E27FC236}">
                <a16:creationId xmlns:a16="http://schemas.microsoft.com/office/drawing/2014/main" id="{83BF9274-8B88-9536-736D-A8D0D18B00C5}"/>
              </a:ext>
            </a:extLst>
          </p:cNvPr>
          <p:cNvSpPr/>
          <p:nvPr/>
        </p:nvSpPr>
        <p:spPr>
          <a:xfrm>
            <a:off x="701772" y="2501267"/>
            <a:ext cx="3466738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83" name="Gerader Verbinder 27">
            <a:extLst>
              <a:ext uri="{FF2B5EF4-FFF2-40B4-BE49-F238E27FC236}">
                <a16:creationId xmlns:a16="http://schemas.microsoft.com/office/drawing/2014/main" id="{D0DCB7FD-03FB-84F5-2F79-E2801DCFFF23}"/>
              </a:ext>
            </a:extLst>
          </p:cNvPr>
          <p:cNvCxnSpPr>
            <a:cxnSpLocks/>
          </p:cNvCxnSpPr>
          <p:nvPr/>
        </p:nvCxnSpPr>
        <p:spPr>
          <a:xfrm>
            <a:off x="1767058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85" name="Gerader Verbinder 27">
            <a:extLst>
              <a:ext uri="{FF2B5EF4-FFF2-40B4-BE49-F238E27FC236}">
                <a16:creationId xmlns:a16="http://schemas.microsoft.com/office/drawing/2014/main" id="{7B78FD00-0106-78DF-7C0C-4491FEC505BB}"/>
              </a:ext>
            </a:extLst>
          </p:cNvPr>
          <p:cNvCxnSpPr>
            <a:cxnSpLocks/>
          </p:cNvCxnSpPr>
          <p:nvPr/>
        </p:nvCxnSpPr>
        <p:spPr>
          <a:xfrm>
            <a:off x="1771760" y="3111948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189" name="矩形 188">
            <a:extLst>
              <a:ext uri="{FF2B5EF4-FFF2-40B4-BE49-F238E27FC236}">
                <a16:creationId xmlns:a16="http://schemas.microsoft.com/office/drawing/2014/main" id="{23AAB246-BF54-C2A0-CEFC-75AC6646BA86}"/>
              </a:ext>
            </a:extLst>
          </p:cNvPr>
          <p:cNvSpPr/>
          <p:nvPr/>
        </p:nvSpPr>
        <p:spPr>
          <a:xfrm>
            <a:off x="1767058" y="1751607"/>
            <a:ext cx="1348479" cy="8556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94" name="Gerader Verbinder 13">
            <a:extLst>
              <a:ext uri="{FF2B5EF4-FFF2-40B4-BE49-F238E27FC236}">
                <a16:creationId xmlns:a16="http://schemas.microsoft.com/office/drawing/2014/main" id="{F736BB2E-773D-684B-E64C-3423F0D9BD0E}"/>
              </a:ext>
            </a:extLst>
          </p:cNvPr>
          <p:cNvCxnSpPr>
            <a:cxnSpLocks/>
          </p:cNvCxnSpPr>
          <p:nvPr/>
        </p:nvCxnSpPr>
        <p:spPr>
          <a:xfrm flipH="1">
            <a:off x="1877886" y="789657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95" name="Gerader Verbinder 27">
            <a:extLst>
              <a:ext uri="{FF2B5EF4-FFF2-40B4-BE49-F238E27FC236}">
                <a16:creationId xmlns:a16="http://schemas.microsoft.com/office/drawing/2014/main" id="{0D66CF4E-5314-F656-255F-1A7DEEC4F2BA}"/>
              </a:ext>
            </a:extLst>
          </p:cNvPr>
          <p:cNvCxnSpPr>
            <a:cxnSpLocks/>
          </p:cNvCxnSpPr>
          <p:nvPr/>
        </p:nvCxnSpPr>
        <p:spPr>
          <a:xfrm>
            <a:off x="2996385" y="2479856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6" name="Gerader Verbinder 27">
            <a:extLst>
              <a:ext uri="{FF2B5EF4-FFF2-40B4-BE49-F238E27FC236}">
                <a16:creationId xmlns:a16="http://schemas.microsoft.com/office/drawing/2014/main" id="{80480B14-A654-4478-2B70-384C0A1C0A58}"/>
              </a:ext>
            </a:extLst>
          </p:cNvPr>
          <p:cNvCxnSpPr>
            <a:cxnSpLocks/>
          </p:cNvCxnSpPr>
          <p:nvPr/>
        </p:nvCxnSpPr>
        <p:spPr>
          <a:xfrm>
            <a:off x="2989950" y="3124304"/>
            <a:ext cx="108000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7" name="Gerader Verbinder 27">
            <a:extLst>
              <a:ext uri="{FF2B5EF4-FFF2-40B4-BE49-F238E27FC236}">
                <a16:creationId xmlns:a16="http://schemas.microsoft.com/office/drawing/2014/main" id="{95B4AE66-9676-5E92-D459-E51192C2A542}"/>
              </a:ext>
            </a:extLst>
          </p:cNvPr>
          <p:cNvCxnSpPr>
            <a:cxnSpLocks/>
          </p:cNvCxnSpPr>
          <p:nvPr/>
        </p:nvCxnSpPr>
        <p:spPr>
          <a:xfrm>
            <a:off x="1905591" y="2354229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199" name="Gerader Verbinder 27">
            <a:extLst>
              <a:ext uri="{FF2B5EF4-FFF2-40B4-BE49-F238E27FC236}">
                <a16:creationId xmlns:a16="http://schemas.microsoft.com/office/drawing/2014/main" id="{0F35AFD8-E8A1-30EB-73AB-0D0749E2DD32}"/>
              </a:ext>
            </a:extLst>
          </p:cNvPr>
          <p:cNvCxnSpPr>
            <a:cxnSpLocks/>
          </p:cNvCxnSpPr>
          <p:nvPr/>
        </p:nvCxnSpPr>
        <p:spPr>
          <a:xfrm flipV="1">
            <a:off x="1885883" y="2354229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2" name="Gerader Verbinder 27">
            <a:extLst>
              <a:ext uri="{FF2B5EF4-FFF2-40B4-BE49-F238E27FC236}">
                <a16:creationId xmlns:a16="http://schemas.microsoft.com/office/drawing/2014/main" id="{B07E7213-E9AE-D9AE-6FF4-CFEC9F2B8C01}"/>
              </a:ext>
            </a:extLst>
          </p:cNvPr>
          <p:cNvCxnSpPr>
            <a:cxnSpLocks/>
          </p:cNvCxnSpPr>
          <p:nvPr/>
        </p:nvCxnSpPr>
        <p:spPr>
          <a:xfrm flipV="1">
            <a:off x="2989647" y="235994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3" name="Gerader Verbinder 27">
            <a:extLst>
              <a:ext uri="{FF2B5EF4-FFF2-40B4-BE49-F238E27FC236}">
                <a16:creationId xmlns:a16="http://schemas.microsoft.com/office/drawing/2014/main" id="{D94064FF-D337-7A19-1075-298C535C56E5}"/>
              </a:ext>
            </a:extLst>
          </p:cNvPr>
          <p:cNvCxnSpPr>
            <a:cxnSpLocks/>
          </p:cNvCxnSpPr>
          <p:nvPr/>
        </p:nvCxnSpPr>
        <p:spPr>
          <a:xfrm>
            <a:off x="1885883" y="3248033"/>
            <a:ext cx="1080037" cy="0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4" name="Gerader Verbinder 13">
            <a:extLst>
              <a:ext uri="{FF2B5EF4-FFF2-40B4-BE49-F238E27FC236}">
                <a16:creationId xmlns:a16="http://schemas.microsoft.com/office/drawing/2014/main" id="{D02868DB-BF92-06FF-C3CF-D467EED200EC}"/>
              </a:ext>
            </a:extLst>
          </p:cNvPr>
          <p:cNvCxnSpPr>
            <a:cxnSpLocks/>
          </p:cNvCxnSpPr>
          <p:nvPr/>
        </p:nvCxnSpPr>
        <p:spPr>
          <a:xfrm flipH="1">
            <a:off x="2977226" y="853633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205" name="Gerader Verbinder 27">
            <a:extLst>
              <a:ext uri="{FF2B5EF4-FFF2-40B4-BE49-F238E27FC236}">
                <a16:creationId xmlns:a16="http://schemas.microsoft.com/office/drawing/2014/main" id="{38888695-5DA1-87DC-D6A7-16EC63659A90}"/>
              </a:ext>
            </a:extLst>
          </p:cNvPr>
          <p:cNvCxnSpPr>
            <a:cxnSpLocks/>
          </p:cNvCxnSpPr>
          <p:nvPr/>
        </p:nvCxnSpPr>
        <p:spPr>
          <a:xfrm flipV="1">
            <a:off x="1877845" y="3117773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cxnSp>
        <p:nvCxnSpPr>
          <p:cNvPr id="206" name="Gerader Verbinder 27">
            <a:extLst>
              <a:ext uri="{FF2B5EF4-FFF2-40B4-BE49-F238E27FC236}">
                <a16:creationId xmlns:a16="http://schemas.microsoft.com/office/drawing/2014/main" id="{DFA964B7-A5DF-47CB-E1B8-907EF86F80C4}"/>
              </a:ext>
            </a:extLst>
          </p:cNvPr>
          <p:cNvCxnSpPr>
            <a:cxnSpLocks/>
          </p:cNvCxnSpPr>
          <p:nvPr/>
        </p:nvCxnSpPr>
        <p:spPr>
          <a:xfrm flipV="1">
            <a:off x="2975457" y="3124304"/>
            <a:ext cx="1769" cy="125627"/>
          </a:xfrm>
          <a:prstGeom prst="line">
            <a:avLst/>
          </a:prstGeom>
          <a:noFill/>
          <a:ln w="28575" cap="rnd" cmpd="sng" algn="ctr">
            <a:solidFill>
              <a:srgbClr val="FF00FF"/>
            </a:solidFill>
            <a:prstDash val="solid"/>
            <a:round/>
          </a:ln>
          <a:effectLst/>
        </p:spPr>
      </p:cxnSp>
      <p:sp>
        <p:nvSpPr>
          <p:cNvPr id="208" name="矩形 207">
            <a:extLst>
              <a:ext uri="{FF2B5EF4-FFF2-40B4-BE49-F238E27FC236}">
                <a16:creationId xmlns:a16="http://schemas.microsoft.com/office/drawing/2014/main" id="{487224C2-7676-DE58-6C96-C160501B7625}"/>
              </a:ext>
            </a:extLst>
          </p:cNvPr>
          <p:cNvSpPr/>
          <p:nvPr/>
        </p:nvSpPr>
        <p:spPr>
          <a:xfrm>
            <a:off x="1767721" y="1753308"/>
            <a:ext cx="1341430" cy="250276"/>
          </a:xfrm>
          <a:prstGeom prst="rect">
            <a:avLst/>
          </a:prstGeom>
          <a:solidFill>
            <a:srgbClr val="FF00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5D349E46-7C49-C271-7F98-1EF20679BD00}"/>
              </a:ext>
            </a:extLst>
          </p:cNvPr>
          <p:cNvSpPr/>
          <p:nvPr/>
        </p:nvSpPr>
        <p:spPr>
          <a:xfrm>
            <a:off x="1754659" y="2360140"/>
            <a:ext cx="1353064" cy="240957"/>
          </a:xfrm>
          <a:custGeom>
            <a:avLst/>
            <a:gdLst>
              <a:gd name="csX0" fmla="*/ 0 w 1353064"/>
              <a:gd name="csY0" fmla="*/ 129746 h 240957"/>
              <a:gd name="csX1" fmla="*/ 0 w 1353064"/>
              <a:gd name="csY1" fmla="*/ 234779 h 240957"/>
              <a:gd name="csX2" fmla="*/ 1353064 w 1353064"/>
              <a:gd name="csY2" fmla="*/ 240957 h 240957"/>
              <a:gd name="csX3" fmla="*/ 1346886 w 1353064"/>
              <a:gd name="csY3" fmla="*/ 123568 h 240957"/>
              <a:gd name="csX4" fmla="*/ 1235675 w 1353064"/>
              <a:gd name="csY4" fmla="*/ 123568 h 240957"/>
              <a:gd name="csX5" fmla="*/ 1235675 w 1353064"/>
              <a:gd name="csY5" fmla="*/ 12357 h 240957"/>
              <a:gd name="csX6" fmla="*/ 160637 w 1353064"/>
              <a:gd name="csY6" fmla="*/ 0 h 240957"/>
              <a:gd name="csX7" fmla="*/ 160637 w 1353064"/>
              <a:gd name="csY7" fmla="*/ 142103 h 240957"/>
              <a:gd name="csX8" fmla="*/ 0 w 1353064"/>
              <a:gd name="csY8" fmla="*/ 129746 h 2409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4" h="240957">
                <a:moveTo>
                  <a:pt x="0" y="129746"/>
                </a:moveTo>
                <a:lnTo>
                  <a:pt x="0" y="234779"/>
                </a:lnTo>
                <a:lnTo>
                  <a:pt x="1353064" y="240957"/>
                </a:lnTo>
                <a:lnTo>
                  <a:pt x="1346886" y="123568"/>
                </a:lnTo>
                <a:lnTo>
                  <a:pt x="1235675" y="123568"/>
                </a:lnTo>
                <a:lnTo>
                  <a:pt x="1235675" y="12357"/>
                </a:lnTo>
                <a:lnTo>
                  <a:pt x="160637" y="0"/>
                </a:lnTo>
                <a:lnTo>
                  <a:pt x="160637" y="142103"/>
                </a:lnTo>
                <a:lnTo>
                  <a:pt x="0" y="129746"/>
                </a:lnTo>
                <a:close/>
              </a:path>
            </a:pathLst>
          </a:custGeom>
          <a:solidFill>
            <a:srgbClr val="FF00FF">
              <a:alpha val="32941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BC6AE638-194D-3159-313A-0C4725869811}"/>
              </a:ext>
            </a:extLst>
          </p:cNvPr>
          <p:cNvSpPr/>
          <p:nvPr/>
        </p:nvSpPr>
        <p:spPr>
          <a:xfrm>
            <a:off x="1760837" y="3101546"/>
            <a:ext cx="1353065" cy="210065"/>
          </a:xfrm>
          <a:custGeom>
            <a:avLst/>
            <a:gdLst>
              <a:gd name="csX0" fmla="*/ 0 w 1353065"/>
              <a:gd name="csY0" fmla="*/ 0 h 210065"/>
              <a:gd name="csX1" fmla="*/ 0 w 1353065"/>
              <a:gd name="csY1" fmla="*/ 210065 h 210065"/>
              <a:gd name="csX2" fmla="*/ 1353065 w 1353065"/>
              <a:gd name="csY2" fmla="*/ 210065 h 210065"/>
              <a:gd name="csX3" fmla="*/ 1353065 w 1353065"/>
              <a:gd name="csY3" fmla="*/ 24713 h 210065"/>
              <a:gd name="csX4" fmla="*/ 1229498 w 1353065"/>
              <a:gd name="csY4" fmla="*/ 18535 h 210065"/>
              <a:gd name="csX5" fmla="*/ 1223319 w 1353065"/>
              <a:gd name="csY5" fmla="*/ 142103 h 210065"/>
              <a:gd name="csX6" fmla="*/ 123568 w 1353065"/>
              <a:gd name="csY6" fmla="*/ 148281 h 210065"/>
              <a:gd name="csX7" fmla="*/ 123568 w 1353065"/>
              <a:gd name="csY7" fmla="*/ 24713 h 210065"/>
              <a:gd name="csX8" fmla="*/ 0 w 1353065"/>
              <a:gd name="csY8" fmla="*/ 0 h 210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53065" h="210065">
                <a:moveTo>
                  <a:pt x="0" y="0"/>
                </a:moveTo>
                <a:lnTo>
                  <a:pt x="0" y="210065"/>
                </a:lnTo>
                <a:lnTo>
                  <a:pt x="1353065" y="210065"/>
                </a:lnTo>
                <a:lnTo>
                  <a:pt x="1353065" y="24713"/>
                </a:lnTo>
                <a:lnTo>
                  <a:pt x="1229498" y="18535"/>
                </a:lnTo>
                <a:lnTo>
                  <a:pt x="1223319" y="142103"/>
                </a:lnTo>
                <a:lnTo>
                  <a:pt x="123568" y="148281"/>
                </a:lnTo>
                <a:lnTo>
                  <a:pt x="123568" y="24713"/>
                </a:lnTo>
                <a:lnTo>
                  <a:pt x="0" y="0"/>
                </a:lnTo>
                <a:close/>
              </a:path>
            </a:pathLst>
          </a:custGeom>
          <a:solidFill>
            <a:srgbClr val="FFABFF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1537CB-4692-BB87-CCC5-636FA5FDC539}"/>
              </a:ext>
            </a:extLst>
          </p:cNvPr>
          <p:cNvSpPr txBox="1"/>
          <p:nvPr/>
        </p:nvSpPr>
        <p:spPr>
          <a:xfrm>
            <a:off x="3169503" y="2127399"/>
            <a:ext cx="95877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当制动踏板还未完全释放时，</a:t>
            </a: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请求的</a:t>
            </a:r>
            <a:r>
              <a:rPr lang="zh-CN" altLang="en-US" sz="600" kern="0" dirty="0">
                <a:solidFill>
                  <a:srgbClr val="000000"/>
                </a:solidFill>
              </a:rPr>
              <a:t>电制动扭矩</a:t>
            </a:r>
            <a:r>
              <a:rPr lang="en-US" altLang="zh-CN" sz="600" kern="0" dirty="0">
                <a:solidFill>
                  <a:srgbClr val="000000"/>
                </a:solidFill>
              </a:rPr>
              <a:t>=VCU</a:t>
            </a:r>
            <a:r>
              <a:rPr lang="zh-CN" altLang="en-US" sz="600" kern="0" dirty="0">
                <a:solidFill>
                  <a:srgbClr val="000000"/>
                </a:solidFill>
              </a:rPr>
              <a:t>的</a:t>
            </a:r>
            <a:r>
              <a:rPr lang="en-US" altLang="zh-CN" sz="600" kern="0" dirty="0">
                <a:solidFill>
                  <a:srgbClr val="000000"/>
                </a:solidFill>
              </a:rPr>
              <a:t>coasting</a:t>
            </a:r>
            <a:r>
              <a:rPr lang="zh-CN" altLang="en-US" sz="600" kern="0" dirty="0">
                <a:solidFill>
                  <a:srgbClr val="000000"/>
                </a:solidFill>
              </a:rPr>
              <a:t>扭矩请求</a:t>
            </a:r>
            <a:endParaRPr kumimoji="0" lang="zh-CN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D33826-627C-112F-E087-1A80358A69F5}"/>
              </a:ext>
            </a:extLst>
          </p:cNvPr>
          <p:cNvSpPr txBox="1"/>
          <p:nvPr/>
        </p:nvSpPr>
        <p:spPr>
          <a:xfrm>
            <a:off x="4795614" y="992991"/>
            <a:ext cx="4075911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HDC </a:t>
            </a:r>
            <a:r>
              <a:rPr lang="zh-CN" altLang="en-US" sz="800" kern="0" dirty="0">
                <a:solidFill>
                  <a:srgbClr val="000000"/>
                </a:solidFill>
              </a:rPr>
              <a:t>工作车速区间</a:t>
            </a:r>
            <a:r>
              <a:rPr lang="en-US" altLang="zh-CN" sz="800" kern="0" dirty="0">
                <a:solidFill>
                  <a:srgbClr val="000000"/>
                </a:solidFill>
              </a:rPr>
              <a:t>8-35kph </a:t>
            </a:r>
            <a:r>
              <a:rPr lang="zh-CN" altLang="en-US" sz="800" kern="0" dirty="0">
                <a:solidFill>
                  <a:srgbClr val="000000"/>
                </a:solidFill>
              </a:rPr>
              <a:t>左右，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所以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</a:t>
            </a:r>
            <a:r>
              <a:rPr lang="en-US" altLang="zh-CN" sz="800" kern="0" dirty="0">
                <a:solidFill>
                  <a:srgbClr val="000000"/>
                </a:solidFill>
              </a:rPr>
              <a:t>,</a:t>
            </a:r>
            <a:r>
              <a:rPr lang="en-US" altLang="zh-CN" sz="8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800" kern="0" dirty="0">
                <a:solidFill>
                  <a:srgbClr val="000000"/>
                </a:solidFill>
              </a:rPr>
              <a:t>/EMB</a:t>
            </a:r>
            <a:r>
              <a:rPr lang="zh-CN" altLang="en-US" sz="800" kern="0" dirty="0">
                <a:solidFill>
                  <a:srgbClr val="000000"/>
                </a:solidFill>
              </a:rPr>
              <a:t>是会请求</a:t>
            </a:r>
            <a:r>
              <a:rPr lang="en-US" altLang="zh-CN" sz="800" kern="0" dirty="0">
                <a:solidFill>
                  <a:srgbClr val="000000"/>
                </a:solidFill>
              </a:rPr>
              <a:t>regen torque</a:t>
            </a:r>
            <a:r>
              <a:rPr lang="zh-CN" altLang="en-US" sz="800" kern="0" dirty="0">
                <a:solidFill>
                  <a:srgbClr val="000000"/>
                </a:solidFill>
              </a:rPr>
              <a:t>的，同时</a:t>
            </a: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也会请求</a:t>
            </a:r>
            <a:r>
              <a:rPr lang="en-US" altLang="zh-CN" sz="800" kern="0" dirty="0">
                <a:solidFill>
                  <a:srgbClr val="000000"/>
                </a:solidFill>
              </a:rPr>
              <a:t>Coasting torque.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为了保证握手的平顺性，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激活时（满足踏板制动力</a:t>
            </a:r>
            <a:r>
              <a:rPr lang="en-US" altLang="zh-CN" sz="800" kern="0" dirty="0">
                <a:solidFill>
                  <a:srgbClr val="000000"/>
                </a:solidFill>
              </a:rPr>
              <a:t>+coasting&lt;HDC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计算的防溜坡制动力），且制动踏板未完全释放：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800" kern="0" dirty="0">
                <a:solidFill>
                  <a:srgbClr val="000000"/>
                </a:solidFill>
              </a:rPr>
              <a:t>此时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 （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</a:t>
            </a:r>
            <a:r>
              <a:rPr lang="en-US" altLang="zh-CN" sz="800" kern="0" dirty="0">
                <a:solidFill>
                  <a:srgbClr val="000000"/>
                </a:solidFill>
              </a:rPr>
              <a:t> =VCU</a:t>
            </a:r>
            <a:r>
              <a:rPr lang="zh-CN" altLang="en-US" sz="800" kern="0" dirty="0">
                <a:solidFill>
                  <a:srgbClr val="000000"/>
                </a:solidFill>
              </a:rPr>
              <a:t>请求的</a:t>
            </a:r>
            <a:r>
              <a:rPr lang="en-US" altLang="zh-CN" sz="800" kern="0" dirty="0">
                <a:solidFill>
                  <a:srgbClr val="000000"/>
                </a:solidFill>
              </a:rPr>
              <a:t>coasting </a:t>
            </a:r>
            <a:r>
              <a:rPr lang="zh-CN" altLang="en-US" sz="800" kern="0" dirty="0">
                <a:solidFill>
                  <a:srgbClr val="000000"/>
                </a:solidFill>
              </a:rPr>
              <a:t>扭矩， 例如</a:t>
            </a:r>
            <a:r>
              <a:rPr lang="en-US" altLang="zh-CN" sz="800" kern="0" dirty="0">
                <a:solidFill>
                  <a:srgbClr val="000000"/>
                </a:solidFill>
              </a:rPr>
              <a:t>AWD</a:t>
            </a:r>
            <a:r>
              <a:rPr lang="zh-CN" altLang="en-US" sz="800" kern="0" dirty="0">
                <a:solidFill>
                  <a:srgbClr val="000000"/>
                </a:solidFill>
              </a:rPr>
              <a:t>前轴电机即：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-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DBRegenTrqFrntAxle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请求的液压制动扭矩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b="1" kern="0" dirty="0">
                <a:solidFill>
                  <a:srgbClr val="000000"/>
                </a:solidFill>
              </a:rPr>
              <a:t>)</a:t>
            </a:r>
            <a:r>
              <a:rPr lang="en-US" altLang="zh-CN" sz="800" kern="0" dirty="0">
                <a:solidFill>
                  <a:srgbClr val="000000"/>
                </a:solidFill>
              </a:rPr>
              <a:t> = HDC</a:t>
            </a:r>
            <a:r>
              <a:rPr lang="zh-CN" altLang="en-US" sz="800" kern="0" dirty="0">
                <a:solidFill>
                  <a:srgbClr val="000000"/>
                </a:solidFill>
              </a:rPr>
              <a:t>计算的防溜坡制动力 </a:t>
            </a:r>
            <a:r>
              <a:rPr lang="en-US" altLang="zh-CN" sz="800" kern="0" dirty="0">
                <a:solidFill>
                  <a:srgbClr val="000000"/>
                </a:solidFill>
              </a:rPr>
              <a:t>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HDCDecelTorqSum</a:t>
            </a:r>
            <a:r>
              <a:rPr lang="en-US" altLang="zh-CN" sz="800" kern="0" dirty="0">
                <a:solidFill>
                  <a:srgbClr val="000000"/>
                </a:solidFill>
              </a:rPr>
              <a:t>)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- 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请求的电制动扭矩（</a:t>
            </a:r>
            <a:r>
              <a:rPr lang="en-US" altLang="zh-CN" sz="800" kern="0" dirty="0">
                <a:solidFill>
                  <a:srgbClr val="000000"/>
                </a:solidFill>
              </a:rPr>
              <a:t>sum(</a:t>
            </a:r>
            <a:r>
              <a:rPr lang="en-US" altLang="zh-CN" sz="800" b="1" kern="0" dirty="0" err="1">
                <a:solidFill>
                  <a:srgbClr val="000000"/>
                </a:solidFill>
              </a:rPr>
              <a:t>VMCTarDrvTqFrnt</a:t>
            </a:r>
            <a:r>
              <a:rPr lang="en-US" altLang="zh-CN" sz="800" b="1" kern="0" dirty="0">
                <a:solidFill>
                  <a:srgbClr val="000000"/>
                </a:solidFill>
              </a:rPr>
              <a:t>/xxx))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</a:p>
          <a:p>
            <a:pPr marL="171450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>
                <a:solidFill>
                  <a:srgbClr val="000000"/>
                </a:solidFill>
              </a:rPr>
              <a:t>VCU</a:t>
            </a:r>
            <a:r>
              <a:rPr lang="zh-CN" altLang="en-US" sz="800" kern="0" dirty="0">
                <a:solidFill>
                  <a:srgbClr val="000000"/>
                </a:solidFill>
              </a:rPr>
              <a:t>端仲裁：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请求的电制动扭矩有最高优先级。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800" kern="0" dirty="0">
                <a:solidFill>
                  <a:srgbClr val="000000"/>
                </a:solidFill>
              </a:rPr>
              <a:t>制动端仲裁：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 </a:t>
            </a:r>
            <a:r>
              <a:rPr lang="en-US" altLang="zh-CN" sz="800" kern="0" dirty="0">
                <a:solidFill>
                  <a:srgbClr val="000000"/>
                </a:solidFill>
              </a:rPr>
              <a:t>HDC</a:t>
            </a:r>
            <a:r>
              <a:rPr lang="zh-CN" altLang="en-US" sz="800" kern="0" dirty="0">
                <a:solidFill>
                  <a:srgbClr val="000000"/>
                </a:solidFill>
              </a:rPr>
              <a:t>请求的制动扭矩液压制动（制动不可以分配</a:t>
            </a:r>
            <a:r>
              <a:rPr lang="en-US" altLang="zh-CN" sz="800" kern="0" dirty="0">
                <a:solidFill>
                  <a:srgbClr val="000000"/>
                </a:solidFill>
              </a:rPr>
              <a:t>regen</a:t>
            </a:r>
            <a:r>
              <a:rPr lang="zh-CN" altLang="en-US" sz="800" kern="0" dirty="0">
                <a:solidFill>
                  <a:srgbClr val="000000"/>
                </a:solidFill>
              </a:rPr>
              <a:t>）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marL="628650" lvl="1" indent="-171450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AEB/</a:t>
            </a:r>
            <a:r>
              <a:rPr lang="zh-CN" altLang="en-US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驾驶员紧急制动请求</a:t>
            </a:r>
            <a:r>
              <a:rPr lang="en-US" altLang="zh-CN" sz="800" kern="0" dirty="0">
                <a:solidFill>
                  <a:srgbClr val="000000"/>
                </a:solidFill>
                <a:highlight>
                  <a:srgbClr val="FFFF00"/>
                </a:highlight>
              </a:rPr>
              <a:t>&gt;</a:t>
            </a:r>
            <a:r>
              <a:rPr lang="en-US" altLang="zh-CN" sz="800" kern="0" dirty="0">
                <a:solidFill>
                  <a:srgbClr val="000000"/>
                </a:solidFill>
              </a:rPr>
              <a:t>VMC</a:t>
            </a:r>
            <a:r>
              <a:rPr lang="zh-CN" altLang="en-US" sz="800" kern="0" dirty="0">
                <a:solidFill>
                  <a:srgbClr val="000000"/>
                </a:solidFill>
              </a:rPr>
              <a:t>制动请求</a:t>
            </a:r>
            <a:r>
              <a:rPr lang="en-US" altLang="zh-CN" sz="800" kern="0" dirty="0">
                <a:solidFill>
                  <a:srgbClr val="000000"/>
                </a:solidFill>
              </a:rPr>
              <a:t>&gt;</a:t>
            </a:r>
            <a:r>
              <a:rPr lang="zh-CN" altLang="en-US" sz="800" kern="0" dirty="0">
                <a:solidFill>
                  <a:srgbClr val="000000"/>
                </a:solidFill>
              </a:rPr>
              <a:t>驾驶员常规制动踏板请求。</a:t>
            </a:r>
            <a:endParaRPr lang="en-US" altLang="zh-CN" sz="800" kern="0" dirty="0">
              <a:solidFill>
                <a:srgbClr val="000000"/>
              </a:solidFill>
            </a:endParaRPr>
          </a:p>
        </p:txBody>
      </p:sp>
      <p:cxnSp>
        <p:nvCxnSpPr>
          <p:cNvPr id="10" name="Gerader Verbinder 26">
            <a:extLst>
              <a:ext uri="{FF2B5EF4-FFF2-40B4-BE49-F238E27FC236}">
                <a16:creationId xmlns:a16="http://schemas.microsoft.com/office/drawing/2014/main" id="{505951E2-49BE-121F-703C-B1602C768F5E}"/>
              </a:ext>
            </a:extLst>
          </p:cNvPr>
          <p:cNvCxnSpPr>
            <a:cxnSpLocks/>
          </p:cNvCxnSpPr>
          <p:nvPr/>
        </p:nvCxnSpPr>
        <p:spPr>
          <a:xfrm>
            <a:off x="2101843" y="3306524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5661406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0D1780D-2003-F2F4-7FFC-D2623495A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BECCF56F-49C3-406E-C5C2-DAD97F770598}"/>
              </a:ext>
            </a:extLst>
          </p:cNvPr>
          <p:cNvSpPr/>
          <p:nvPr/>
        </p:nvSpPr>
        <p:spPr>
          <a:xfrm>
            <a:off x="3142123" y="1499294"/>
            <a:ext cx="920354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CDF5B012-60F7-146F-61A5-78D360FF250F}"/>
              </a:ext>
            </a:extLst>
          </p:cNvPr>
          <p:cNvSpPr/>
          <p:nvPr/>
        </p:nvSpPr>
        <p:spPr>
          <a:xfrm>
            <a:off x="2860591" y="1476641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30" name="Gerader Verbinder 26">
            <a:extLst>
              <a:ext uri="{FF2B5EF4-FFF2-40B4-BE49-F238E27FC236}">
                <a16:creationId xmlns:a16="http://schemas.microsoft.com/office/drawing/2014/main" id="{0191C410-F6DE-CB8C-95D3-15BF9A5A0302}"/>
              </a:ext>
            </a:extLst>
          </p:cNvPr>
          <p:cNvCxnSpPr>
            <a:cxnSpLocks/>
          </p:cNvCxnSpPr>
          <p:nvPr/>
        </p:nvCxnSpPr>
        <p:spPr>
          <a:xfrm>
            <a:off x="3136967" y="1474576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F294ACEA-588D-2B6E-59B6-9315DC62680F}"/>
              </a:ext>
            </a:extLst>
          </p:cNvPr>
          <p:cNvSpPr/>
          <p:nvPr/>
        </p:nvSpPr>
        <p:spPr>
          <a:xfrm>
            <a:off x="1761252" y="1804088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9473AD8A-A4AA-4FA0-8E26-2B6E6F71170D}"/>
              </a:ext>
            </a:extLst>
          </p:cNvPr>
          <p:cNvSpPr/>
          <p:nvPr/>
        </p:nvSpPr>
        <p:spPr>
          <a:xfrm>
            <a:off x="1482812" y="1467300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1" name="Gerader Verbinder 13">
            <a:extLst>
              <a:ext uri="{FF2B5EF4-FFF2-40B4-BE49-F238E27FC236}">
                <a16:creationId xmlns:a16="http://schemas.microsoft.com/office/drawing/2014/main" id="{8D18F6E7-46A1-51F2-9431-EC7CD6730D3A}"/>
              </a:ext>
            </a:extLst>
          </p:cNvPr>
          <p:cNvCxnSpPr>
            <a:cxnSpLocks/>
          </p:cNvCxnSpPr>
          <p:nvPr/>
        </p:nvCxnSpPr>
        <p:spPr>
          <a:xfrm flipH="1">
            <a:off x="1759078" y="754360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05D07A4B-8883-794C-1F2F-6F51AE72CBD6}"/>
              </a:ext>
            </a:extLst>
          </p:cNvPr>
          <p:cNvSpPr/>
          <p:nvPr/>
        </p:nvSpPr>
        <p:spPr>
          <a:xfrm>
            <a:off x="593448" y="1489081"/>
            <a:ext cx="883591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DA6B7C8B-D556-91CF-A897-51B42A124A7A}"/>
              </a:ext>
            </a:extLst>
          </p:cNvPr>
          <p:cNvSpPr/>
          <p:nvPr/>
        </p:nvSpPr>
        <p:spPr>
          <a:xfrm>
            <a:off x="600102" y="1607205"/>
            <a:ext cx="3478962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24DF83-49E0-3F82-7275-3FD1677C1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8C8B33-A239-3D47-98C7-A0A8CDF78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00EA24A-7D2F-9426-8A55-BF68BB63E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13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93000BF-895F-BB30-C035-F524006163CA}"/>
              </a:ext>
            </a:extLst>
          </p:cNvPr>
          <p:cNvCxnSpPr>
            <a:cxnSpLocks/>
          </p:cNvCxnSpPr>
          <p:nvPr/>
        </p:nvCxnSpPr>
        <p:spPr>
          <a:xfrm>
            <a:off x="568411" y="407780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6990861-98A6-0BD6-5571-9B73F0015404}"/>
              </a:ext>
            </a:extLst>
          </p:cNvPr>
          <p:cNvCxnSpPr>
            <a:cxnSpLocks/>
          </p:cNvCxnSpPr>
          <p:nvPr/>
        </p:nvCxnSpPr>
        <p:spPr>
          <a:xfrm flipH="1">
            <a:off x="590035" y="1865874"/>
            <a:ext cx="4272349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D9F3279B-8412-36C1-6346-71455A9AA1AB}"/>
              </a:ext>
            </a:extLst>
          </p:cNvPr>
          <p:cNvSpPr txBox="1"/>
          <p:nvPr/>
        </p:nvSpPr>
        <p:spPr>
          <a:xfrm rot="16200000">
            <a:off x="-150604" y="1055758"/>
            <a:ext cx="8502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305408E-209F-9D0D-C45D-D6EE8F918826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AA2BB6F-2B86-8903-B055-D784720AEC38}"/>
              </a:ext>
            </a:extLst>
          </p:cNvPr>
          <p:cNvCxnSpPr>
            <a:cxnSpLocks/>
          </p:cNvCxnSpPr>
          <p:nvPr/>
        </p:nvCxnSpPr>
        <p:spPr>
          <a:xfrm>
            <a:off x="565788" y="2481537"/>
            <a:ext cx="2623" cy="658116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7EE47D38-7D4A-3892-2BCF-1DCA1FA6C837}"/>
              </a:ext>
            </a:extLst>
          </p:cNvPr>
          <p:cNvSpPr txBox="1"/>
          <p:nvPr/>
        </p:nvSpPr>
        <p:spPr>
          <a:xfrm rot="16200000">
            <a:off x="-88618" y="2615187"/>
            <a:ext cx="85025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sz="800" dirty="0" err="1">
                <a:solidFill>
                  <a:srgbClr val="FF0000"/>
                </a:solidFill>
              </a:rPr>
              <a:t>EHBi</a:t>
            </a:r>
            <a:r>
              <a:rPr lang="en-US" altLang="zh-CN" sz="800" dirty="0">
                <a:solidFill>
                  <a:srgbClr val="FF0000"/>
                </a:solidFill>
              </a:rPr>
              <a:t>/EMB </a:t>
            </a:r>
            <a:r>
              <a:rPr lang="zh-CN" altLang="en-US" sz="800" dirty="0">
                <a:solidFill>
                  <a:srgbClr val="FF0000"/>
                </a:solidFill>
              </a:rPr>
              <a:t>请求扭矩</a:t>
            </a:r>
            <a:endParaRPr lang="en-US" altLang="zh-CN" sz="800" dirty="0">
              <a:solidFill>
                <a:srgbClr val="FF0000"/>
              </a:solidFill>
            </a:endParaRPr>
          </a:p>
          <a:p>
            <a:r>
              <a:rPr lang="zh-CN" altLang="en-US" sz="800" dirty="0">
                <a:solidFill>
                  <a:srgbClr val="FF0000"/>
                </a:solidFill>
              </a:rPr>
              <a:t>（液压</a:t>
            </a:r>
            <a:r>
              <a:rPr lang="en-US" altLang="zh-CN" sz="800" dirty="0">
                <a:solidFill>
                  <a:srgbClr val="FF0000"/>
                </a:solidFill>
              </a:rPr>
              <a:t>+regen</a:t>
            </a:r>
            <a:r>
              <a:rPr lang="zh-CN" altLang="en-US" sz="800" dirty="0">
                <a:solidFill>
                  <a:srgbClr val="FF0000"/>
                </a:solidFill>
              </a:rPr>
              <a:t>）</a:t>
            </a:r>
            <a:endParaRPr lang="de-DE" sz="800" dirty="0">
              <a:solidFill>
                <a:srgbClr val="FF0000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3A63820A-D11E-57FE-3A62-0471EF48F285}"/>
              </a:ext>
            </a:extLst>
          </p:cNvPr>
          <p:cNvCxnSpPr>
            <a:cxnSpLocks/>
          </p:cNvCxnSpPr>
          <p:nvPr/>
        </p:nvCxnSpPr>
        <p:spPr>
          <a:xfrm flipH="1">
            <a:off x="562228" y="3176118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1E635AA-EE44-5693-9DD3-69AD8A99AC98}"/>
              </a:ext>
            </a:extLst>
          </p:cNvPr>
          <p:cNvCxnSpPr>
            <a:cxnSpLocks/>
          </p:cNvCxnSpPr>
          <p:nvPr/>
        </p:nvCxnSpPr>
        <p:spPr>
          <a:xfrm>
            <a:off x="591747" y="1467300"/>
            <a:ext cx="864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7225EF7-6BAB-1868-F923-6A64B65DF43D}"/>
              </a:ext>
            </a:extLst>
          </p:cNvPr>
          <p:cNvCxnSpPr>
            <a:cxnSpLocks/>
          </p:cNvCxnSpPr>
          <p:nvPr/>
        </p:nvCxnSpPr>
        <p:spPr>
          <a:xfrm>
            <a:off x="566352" y="1921485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494AA516-A962-A0E8-2CD3-7030A189EFF0}"/>
              </a:ext>
            </a:extLst>
          </p:cNvPr>
          <p:cNvCxnSpPr>
            <a:cxnSpLocks/>
          </p:cNvCxnSpPr>
          <p:nvPr/>
        </p:nvCxnSpPr>
        <p:spPr>
          <a:xfrm flipH="1">
            <a:off x="568411" y="2461485"/>
            <a:ext cx="4293973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98C1C9E-A64E-826F-30DE-0C9A5198EAB9}"/>
              </a:ext>
            </a:extLst>
          </p:cNvPr>
          <p:cNvSpPr txBox="1"/>
          <p:nvPr/>
        </p:nvSpPr>
        <p:spPr>
          <a:xfrm>
            <a:off x="652511" y="593386"/>
            <a:ext cx="47448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未激活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176E0EBF-96CA-05CF-1803-773A54280447}"/>
              </a:ext>
            </a:extLst>
          </p:cNvPr>
          <p:cNvCxnSpPr>
            <a:cxnSpLocks/>
          </p:cNvCxnSpPr>
          <p:nvPr/>
        </p:nvCxnSpPr>
        <p:spPr>
          <a:xfrm>
            <a:off x="578553" y="788345"/>
            <a:ext cx="1176108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A302C824-65FB-BEC8-49E1-C79AB814DB8F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84A21C81-1F01-A6C1-FAF1-DCC38F7F7F7A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A1B2D65-FD45-5603-8DD7-12DC5A821CA1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1DE8E1A-C941-658E-D2FE-92941D7EA03C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27ABA98D-7F76-DF1C-9306-B4BD94F89EA4}"/>
              </a:ext>
            </a:extLst>
          </p:cNvPr>
          <p:cNvCxnSpPr>
            <a:cxnSpLocks/>
            <a:endCxn id="31" idx="3"/>
          </p:cNvCxnSpPr>
          <p:nvPr/>
        </p:nvCxnSpPr>
        <p:spPr>
          <a:xfrm>
            <a:off x="1489525" y="1470465"/>
            <a:ext cx="265136" cy="395413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E6A42BE6-FFFF-D979-643D-591258ED95D8}"/>
              </a:ext>
            </a:extLst>
          </p:cNvPr>
          <p:cNvSpPr txBox="1"/>
          <p:nvPr/>
        </p:nvSpPr>
        <p:spPr>
          <a:xfrm rot="16200000">
            <a:off x="13807" y="1921566"/>
            <a:ext cx="514516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900" kern="0" dirty="0">
                <a:solidFill>
                  <a:srgbClr val="00B050"/>
                </a:solidFill>
              </a:rPr>
              <a:t>请求扭矩</a:t>
            </a:r>
            <a:endParaRPr kumimoji="0" lang="de-DE" sz="9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14" name="Gerader Verbinder 27">
            <a:extLst>
              <a:ext uri="{FF2B5EF4-FFF2-40B4-BE49-F238E27FC236}">
                <a16:creationId xmlns:a16="http://schemas.microsoft.com/office/drawing/2014/main" id="{E2D4D84D-3497-600C-6720-2E256534FB1B}"/>
              </a:ext>
            </a:extLst>
          </p:cNvPr>
          <p:cNvCxnSpPr>
            <a:cxnSpLocks/>
          </p:cNvCxnSpPr>
          <p:nvPr/>
        </p:nvCxnSpPr>
        <p:spPr>
          <a:xfrm flipV="1">
            <a:off x="1755074" y="1859691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8" name="Gerader Verbinder 27">
            <a:extLst>
              <a:ext uri="{FF2B5EF4-FFF2-40B4-BE49-F238E27FC236}">
                <a16:creationId xmlns:a16="http://schemas.microsoft.com/office/drawing/2014/main" id="{18E1E892-D6A2-B726-B101-2D6AD22236BB}"/>
              </a:ext>
            </a:extLst>
          </p:cNvPr>
          <p:cNvCxnSpPr>
            <a:cxnSpLocks/>
          </p:cNvCxnSpPr>
          <p:nvPr/>
        </p:nvCxnSpPr>
        <p:spPr>
          <a:xfrm flipV="1">
            <a:off x="2861584" y="1481986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7" name="Gerader Verbinder 13">
            <a:extLst>
              <a:ext uri="{FF2B5EF4-FFF2-40B4-BE49-F238E27FC236}">
                <a16:creationId xmlns:a16="http://schemas.microsoft.com/office/drawing/2014/main" id="{CB8D60ED-6C68-1BA3-B710-721AA40416FF}"/>
              </a:ext>
            </a:extLst>
          </p:cNvPr>
          <p:cNvCxnSpPr>
            <a:cxnSpLocks/>
          </p:cNvCxnSpPr>
          <p:nvPr/>
        </p:nvCxnSpPr>
        <p:spPr>
          <a:xfrm flipH="1">
            <a:off x="2838390" y="716728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32" name="Gerade Verbindung mit Pfeil 61">
            <a:extLst>
              <a:ext uri="{FF2B5EF4-FFF2-40B4-BE49-F238E27FC236}">
                <a16:creationId xmlns:a16="http://schemas.microsoft.com/office/drawing/2014/main" id="{5E839C9C-3A22-EFEB-D062-2FFF2D056433}"/>
              </a:ext>
            </a:extLst>
          </p:cNvPr>
          <p:cNvCxnSpPr>
            <a:cxnSpLocks/>
          </p:cNvCxnSpPr>
          <p:nvPr/>
        </p:nvCxnSpPr>
        <p:spPr>
          <a:xfrm>
            <a:off x="2846387" y="803731"/>
            <a:ext cx="121609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" name="Gerader Verbinder 26">
            <a:extLst>
              <a:ext uri="{FF2B5EF4-FFF2-40B4-BE49-F238E27FC236}">
                <a16:creationId xmlns:a16="http://schemas.microsoft.com/office/drawing/2014/main" id="{0283323C-25A1-A50E-1263-8951EA6C67DA}"/>
              </a:ext>
            </a:extLst>
          </p:cNvPr>
          <p:cNvCxnSpPr>
            <a:cxnSpLocks/>
          </p:cNvCxnSpPr>
          <p:nvPr/>
        </p:nvCxnSpPr>
        <p:spPr>
          <a:xfrm>
            <a:off x="600102" y="1377787"/>
            <a:ext cx="87671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3" name="Gerader Verbinder 27">
            <a:extLst>
              <a:ext uri="{FF2B5EF4-FFF2-40B4-BE49-F238E27FC236}">
                <a16:creationId xmlns:a16="http://schemas.microsoft.com/office/drawing/2014/main" id="{4D31AED9-C18A-2676-9BB5-16EE1A9B28A5}"/>
              </a:ext>
            </a:extLst>
          </p:cNvPr>
          <p:cNvCxnSpPr>
            <a:cxnSpLocks/>
          </p:cNvCxnSpPr>
          <p:nvPr/>
        </p:nvCxnSpPr>
        <p:spPr>
          <a:xfrm>
            <a:off x="1495524" y="1393247"/>
            <a:ext cx="263730" cy="389226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839F670-9D64-75C8-9891-6A86E508B168}"/>
              </a:ext>
            </a:extLst>
          </p:cNvPr>
          <p:cNvSpPr/>
          <p:nvPr/>
        </p:nvSpPr>
        <p:spPr>
          <a:xfrm>
            <a:off x="600102" y="1398289"/>
            <a:ext cx="882709" cy="45719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EB608A-2836-92A1-3FC6-B6D923DE2BA4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D57F1FC-C10A-B1F8-3C4F-C65A4DC2DE37}"/>
              </a:ext>
            </a:extLst>
          </p:cNvPr>
          <p:cNvSpPr/>
          <p:nvPr/>
        </p:nvSpPr>
        <p:spPr>
          <a:xfrm>
            <a:off x="1482812" y="1396322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F080EC8B-5567-572F-FD9A-BF6BD2A6F7BF}"/>
              </a:ext>
            </a:extLst>
          </p:cNvPr>
          <p:cNvCxnSpPr>
            <a:cxnSpLocks/>
          </p:cNvCxnSpPr>
          <p:nvPr/>
        </p:nvCxnSpPr>
        <p:spPr>
          <a:xfrm flipV="1">
            <a:off x="2852839" y="1381898"/>
            <a:ext cx="284128" cy="39345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2" name="Gerader Verbinder 26">
            <a:extLst>
              <a:ext uri="{FF2B5EF4-FFF2-40B4-BE49-F238E27FC236}">
                <a16:creationId xmlns:a16="http://schemas.microsoft.com/office/drawing/2014/main" id="{0CC26D3F-CD2E-2544-3B55-343420CCC09D}"/>
              </a:ext>
            </a:extLst>
          </p:cNvPr>
          <p:cNvCxnSpPr>
            <a:cxnSpLocks/>
          </p:cNvCxnSpPr>
          <p:nvPr/>
        </p:nvCxnSpPr>
        <p:spPr>
          <a:xfrm>
            <a:off x="1760840" y="1793889"/>
            <a:ext cx="1068584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0" name="Gerader Verbinder 26">
            <a:extLst>
              <a:ext uri="{FF2B5EF4-FFF2-40B4-BE49-F238E27FC236}">
                <a16:creationId xmlns:a16="http://schemas.microsoft.com/office/drawing/2014/main" id="{2CD4C89F-5882-83D6-57F5-9DDFCD82730B}"/>
              </a:ext>
            </a:extLst>
          </p:cNvPr>
          <p:cNvCxnSpPr>
            <a:cxnSpLocks/>
          </p:cNvCxnSpPr>
          <p:nvPr/>
        </p:nvCxnSpPr>
        <p:spPr>
          <a:xfrm>
            <a:off x="3136967" y="1381898"/>
            <a:ext cx="936000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84950869-223B-E24F-9070-B6FD8BFAE20B}"/>
              </a:ext>
            </a:extLst>
          </p:cNvPr>
          <p:cNvSpPr/>
          <p:nvPr/>
        </p:nvSpPr>
        <p:spPr>
          <a:xfrm>
            <a:off x="3143248" y="1390851"/>
            <a:ext cx="936000" cy="7200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B78A0D9-8205-4464-5C30-6162C60AB380}"/>
              </a:ext>
            </a:extLst>
          </p:cNvPr>
          <p:cNvSpPr/>
          <p:nvPr/>
        </p:nvSpPr>
        <p:spPr>
          <a:xfrm>
            <a:off x="2854412" y="1377787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35A8ED8-DA7E-7AF8-F0D3-CD135E161928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9" name="Gerader Verbinder 26">
            <a:extLst>
              <a:ext uri="{FF2B5EF4-FFF2-40B4-BE49-F238E27FC236}">
                <a16:creationId xmlns:a16="http://schemas.microsoft.com/office/drawing/2014/main" id="{C921C646-A12B-0767-CF02-110BC5CAC16E}"/>
              </a:ext>
            </a:extLst>
          </p:cNvPr>
          <p:cNvCxnSpPr>
            <a:cxnSpLocks/>
          </p:cNvCxnSpPr>
          <p:nvPr/>
        </p:nvCxnSpPr>
        <p:spPr>
          <a:xfrm>
            <a:off x="591666" y="2356450"/>
            <a:ext cx="3470811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0A160E8A-63FD-E815-FA96-DC1E0FF78DAA}"/>
              </a:ext>
            </a:extLst>
          </p:cNvPr>
          <p:cNvSpPr/>
          <p:nvPr/>
        </p:nvSpPr>
        <p:spPr>
          <a:xfrm>
            <a:off x="595740" y="2381981"/>
            <a:ext cx="3466738" cy="501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CBCB535-B03F-84DF-3F09-3EB7EABCC431}"/>
              </a:ext>
            </a:extLst>
          </p:cNvPr>
          <p:cNvSpPr/>
          <p:nvPr/>
        </p:nvSpPr>
        <p:spPr>
          <a:xfrm>
            <a:off x="3164131" y="2803908"/>
            <a:ext cx="897869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E34D64F8-B095-CF1D-0333-D14D58BB9414}"/>
              </a:ext>
            </a:extLst>
          </p:cNvPr>
          <p:cNvSpPr/>
          <p:nvPr/>
        </p:nvSpPr>
        <p:spPr>
          <a:xfrm>
            <a:off x="2858390" y="2787188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9" name="Gerader Verbinder 26">
            <a:extLst>
              <a:ext uri="{FF2B5EF4-FFF2-40B4-BE49-F238E27FC236}">
                <a16:creationId xmlns:a16="http://schemas.microsoft.com/office/drawing/2014/main" id="{DC0BAED2-265F-E3D1-6EC6-6369B59BC85A}"/>
              </a:ext>
            </a:extLst>
          </p:cNvPr>
          <p:cNvCxnSpPr>
            <a:cxnSpLocks/>
          </p:cNvCxnSpPr>
          <p:nvPr/>
        </p:nvCxnSpPr>
        <p:spPr>
          <a:xfrm flipV="1">
            <a:off x="3129855" y="2787188"/>
            <a:ext cx="932145" cy="4954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5D826231-D355-D70A-0280-2E54C3346C35}"/>
              </a:ext>
            </a:extLst>
          </p:cNvPr>
          <p:cNvSpPr/>
          <p:nvPr/>
        </p:nvSpPr>
        <p:spPr>
          <a:xfrm>
            <a:off x="1485834" y="2808573"/>
            <a:ext cx="278440" cy="360245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1F3893AB-44D7-FA1B-5D32-6EAFB35415DD}"/>
              </a:ext>
            </a:extLst>
          </p:cNvPr>
          <p:cNvSpPr/>
          <p:nvPr/>
        </p:nvSpPr>
        <p:spPr>
          <a:xfrm>
            <a:off x="565788" y="2818379"/>
            <a:ext cx="911031" cy="360245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7" name="Gerader Verbinder 26">
            <a:extLst>
              <a:ext uri="{FF2B5EF4-FFF2-40B4-BE49-F238E27FC236}">
                <a16:creationId xmlns:a16="http://schemas.microsoft.com/office/drawing/2014/main" id="{0E577473-671F-8D11-4376-112E4C2B7FEF}"/>
              </a:ext>
            </a:extLst>
          </p:cNvPr>
          <p:cNvCxnSpPr>
            <a:cxnSpLocks/>
          </p:cNvCxnSpPr>
          <p:nvPr/>
        </p:nvCxnSpPr>
        <p:spPr>
          <a:xfrm>
            <a:off x="559787" y="2793668"/>
            <a:ext cx="900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8" name="Gerader Verbinder 27">
            <a:extLst>
              <a:ext uri="{FF2B5EF4-FFF2-40B4-BE49-F238E27FC236}">
                <a16:creationId xmlns:a16="http://schemas.microsoft.com/office/drawing/2014/main" id="{B68C3946-243A-4654-61A8-38EF91F97EC9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1487105" y="2804493"/>
            <a:ext cx="277169" cy="36013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9" name="Gerader Verbinder 27">
            <a:extLst>
              <a:ext uri="{FF2B5EF4-FFF2-40B4-BE49-F238E27FC236}">
                <a16:creationId xmlns:a16="http://schemas.microsoft.com/office/drawing/2014/main" id="{32117BB7-7894-D2AF-12FA-0EAA9AD88FC3}"/>
              </a:ext>
            </a:extLst>
          </p:cNvPr>
          <p:cNvCxnSpPr>
            <a:cxnSpLocks/>
          </p:cNvCxnSpPr>
          <p:nvPr/>
        </p:nvCxnSpPr>
        <p:spPr>
          <a:xfrm flipV="1">
            <a:off x="1777238" y="3164629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1" name="Gerader Verbinder 27">
            <a:extLst>
              <a:ext uri="{FF2B5EF4-FFF2-40B4-BE49-F238E27FC236}">
                <a16:creationId xmlns:a16="http://schemas.microsoft.com/office/drawing/2014/main" id="{49B3ECEA-34FF-0872-EF8A-67C601A91F36}"/>
              </a:ext>
            </a:extLst>
          </p:cNvPr>
          <p:cNvCxnSpPr>
            <a:cxnSpLocks/>
          </p:cNvCxnSpPr>
          <p:nvPr/>
        </p:nvCxnSpPr>
        <p:spPr>
          <a:xfrm flipV="1">
            <a:off x="2864994" y="2792142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3" name="Textfeld 40">
            <a:extLst>
              <a:ext uri="{FF2B5EF4-FFF2-40B4-BE49-F238E27FC236}">
                <a16:creationId xmlns:a16="http://schemas.microsoft.com/office/drawing/2014/main" id="{AD7E35AF-2E6F-32BE-444F-145B098E83D0}"/>
              </a:ext>
            </a:extLst>
          </p:cNvPr>
          <p:cNvSpPr txBox="1"/>
          <p:nvPr/>
        </p:nvSpPr>
        <p:spPr>
          <a:xfrm>
            <a:off x="3092395" y="647247"/>
            <a:ext cx="474489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HDC 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</a:rPr>
              <a:t>未激活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124" name="Gerade Verbindung mit Pfeil 61">
            <a:extLst>
              <a:ext uri="{FF2B5EF4-FFF2-40B4-BE49-F238E27FC236}">
                <a16:creationId xmlns:a16="http://schemas.microsoft.com/office/drawing/2014/main" id="{B3C87BDC-952C-01D0-C376-BB59C5D1F83B}"/>
              </a:ext>
            </a:extLst>
          </p:cNvPr>
          <p:cNvCxnSpPr>
            <a:cxnSpLocks/>
          </p:cNvCxnSpPr>
          <p:nvPr/>
        </p:nvCxnSpPr>
        <p:spPr>
          <a:xfrm>
            <a:off x="1777238" y="971637"/>
            <a:ext cx="1052186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134" name="Textfeld 40">
            <a:extLst>
              <a:ext uri="{FF2B5EF4-FFF2-40B4-BE49-F238E27FC236}">
                <a16:creationId xmlns:a16="http://schemas.microsoft.com/office/drawing/2014/main" id="{7130DDF5-57A4-2DD7-ABAE-D4D47776FAFD}"/>
              </a:ext>
            </a:extLst>
          </p:cNvPr>
          <p:cNvSpPr txBox="1"/>
          <p:nvPr/>
        </p:nvSpPr>
        <p:spPr>
          <a:xfrm>
            <a:off x="2145964" y="1063888"/>
            <a:ext cx="304571" cy="9233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</a:rPr>
              <a:t>HDC</a:t>
            </a:r>
            <a:r>
              <a:rPr kumimoji="0" lang="zh-CN" altLang="en-US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FF"/>
                </a:highlight>
                <a:uLnTx/>
                <a:uFillTx/>
              </a:rPr>
              <a:t>激活</a:t>
            </a:r>
            <a:endParaRPr kumimoji="0" lang="de-DE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00FFFF"/>
              </a:highlight>
              <a:uLnTx/>
              <a:uFillTx/>
            </a:endParaRPr>
          </a:p>
        </p:txBody>
      </p:sp>
      <p:cxnSp>
        <p:nvCxnSpPr>
          <p:cNvPr id="138" name="Gerader Verbinder 21">
            <a:extLst>
              <a:ext uri="{FF2B5EF4-FFF2-40B4-BE49-F238E27FC236}">
                <a16:creationId xmlns:a16="http://schemas.microsoft.com/office/drawing/2014/main" id="{5C76B411-9044-4F74-84DE-25F883CFF3A5}"/>
              </a:ext>
            </a:extLst>
          </p:cNvPr>
          <p:cNvCxnSpPr>
            <a:cxnSpLocks/>
          </p:cNvCxnSpPr>
          <p:nvPr/>
        </p:nvCxnSpPr>
        <p:spPr>
          <a:xfrm flipH="1">
            <a:off x="565431" y="4631724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39" name="Gerader Verbinder 16">
            <a:extLst>
              <a:ext uri="{FF2B5EF4-FFF2-40B4-BE49-F238E27FC236}">
                <a16:creationId xmlns:a16="http://schemas.microsoft.com/office/drawing/2014/main" id="{6C5F2F4B-F438-FDD8-AB8D-095FA759CF84}"/>
              </a:ext>
            </a:extLst>
          </p:cNvPr>
          <p:cNvCxnSpPr>
            <a:cxnSpLocks/>
          </p:cNvCxnSpPr>
          <p:nvPr/>
        </p:nvCxnSpPr>
        <p:spPr>
          <a:xfrm flipH="1">
            <a:off x="564851" y="3291177"/>
            <a:ext cx="937" cy="133566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140" name="Gerader Verbinder 27">
            <a:extLst>
              <a:ext uri="{FF2B5EF4-FFF2-40B4-BE49-F238E27FC236}">
                <a16:creationId xmlns:a16="http://schemas.microsoft.com/office/drawing/2014/main" id="{DCE46A2B-67BD-5A2C-6EB7-8668BB1A0447}"/>
              </a:ext>
            </a:extLst>
          </p:cNvPr>
          <p:cNvCxnSpPr>
            <a:cxnSpLocks/>
          </p:cNvCxnSpPr>
          <p:nvPr/>
        </p:nvCxnSpPr>
        <p:spPr>
          <a:xfrm>
            <a:off x="565788" y="3385974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44" name="Gerader Verbinder 27">
            <a:extLst>
              <a:ext uri="{FF2B5EF4-FFF2-40B4-BE49-F238E27FC236}">
                <a16:creationId xmlns:a16="http://schemas.microsoft.com/office/drawing/2014/main" id="{EA791F0A-0205-1C71-C0EE-6BCCA81DE93C}"/>
              </a:ext>
            </a:extLst>
          </p:cNvPr>
          <p:cNvCxnSpPr>
            <a:cxnSpLocks/>
          </p:cNvCxnSpPr>
          <p:nvPr/>
        </p:nvCxnSpPr>
        <p:spPr>
          <a:xfrm>
            <a:off x="1442371" y="3879684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55" name="Gerader Verbinder 27">
            <a:extLst>
              <a:ext uri="{FF2B5EF4-FFF2-40B4-BE49-F238E27FC236}">
                <a16:creationId xmlns:a16="http://schemas.microsoft.com/office/drawing/2014/main" id="{F9018765-31C2-8956-2E9A-DA7C100D168F}"/>
              </a:ext>
            </a:extLst>
          </p:cNvPr>
          <p:cNvCxnSpPr>
            <a:cxnSpLocks/>
          </p:cNvCxnSpPr>
          <p:nvPr/>
        </p:nvCxnSpPr>
        <p:spPr>
          <a:xfrm flipV="1">
            <a:off x="1650746" y="3716167"/>
            <a:ext cx="1325159" cy="209405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dashDot"/>
            <a:round/>
          </a:ln>
          <a:effectLst/>
        </p:spPr>
      </p:cxnSp>
      <p:sp>
        <p:nvSpPr>
          <p:cNvPr id="160" name="Textfeld 10">
            <a:extLst>
              <a:ext uri="{FF2B5EF4-FFF2-40B4-BE49-F238E27FC236}">
                <a16:creationId xmlns:a16="http://schemas.microsoft.com/office/drawing/2014/main" id="{016D0578-E847-0B05-5863-3CAA339AA4D2}"/>
              </a:ext>
            </a:extLst>
          </p:cNvPr>
          <p:cNvSpPr txBox="1"/>
          <p:nvPr/>
        </p:nvSpPr>
        <p:spPr>
          <a:xfrm rot="16200000">
            <a:off x="-98449" y="3807940"/>
            <a:ext cx="850253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speed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车速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62" name="Gerader Verbinder 27">
            <a:extLst>
              <a:ext uri="{FF2B5EF4-FFF2-40B4-BE49-F238E27FC236}">
                <a16:creationId xmlns:a16="http://schemas.microsoft.com/office/drawing/2014/main" id="{F53DCA48-D135-ACA4-FD34-56C827A3AF3E}"/>
              </a:ext>
            </a:extLst>
          </p:cNvPr>
          <p:cNvCxnSpPr>
            <a:cxnSpLocks/>
          </p:cNvCxnSpPr>
          <p:nvPr/>
        </p:nvCxnSpPr>
        <p:spPr>
          <a:xfrm>
            <a:off x="2986906" y="3707929"/>
            <a:ext cx="193138" cy="49181"/>
          </a:xfrm>
          <a:prstGeom prst="line">
            <a:avLst/>
          </a:prstGeom>
          <a:noFill/>
          <a:ln w="12700" cap="rnd" cmpd="sng" algn="ctr">
            <a:solidFill>
              <a:srgbClr val="0070C0"/>
            </a:solidFill>
            <a:prstDash val="solid"/>
            <a:round/>
          </a:ln>
          <a:effectLst/>
        </p:spPr>
      </p:cxnSp>
      <p:cxnSp>
        <p:nvCxnSpPr>
          <p:cNvPr id="176" name="Gerader Verbinder 27">
            <a:extLst>
              <a:ext uri="{FF2B5EF4-FFF2-40B4-BE49-F238E27FC236}">
                <a16:creationId xmlns:a16="http://schemas.microsoft.com/office/drawing/2014/main" id="{D3F6448D-C9B1-5038-249C-98E780104A84}"/>
              </a:ext>
            </a:extLst>
          </p:cNvPr>
          <p:cNvCxnSpPr>
            <a:cxnSpLocks/>
          </p:cNvCxnSpPr>
          <p:nvPr/>
        </p:nvCxnSpPr>
        <p:spPr>
          <a:xfrm>
            <a:off x="3175770" y="3753393"/>
            <a:ext cx="870955" cy="487869"/>
          </a:xfrm>
          <a:prstGeom prst="line">
            <a:avLst/>
          </a:prstGeom>
          <a:noFill/>
          <a:ln w="12700" cap="rnd" cmpd="sng" algn="ctr">
            <a:solidFill>
              <a:srgbClr val="E5233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948755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2C9FA2A-3F95-97F6-5153-493BB0885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矩形 76">
            <a:extLst>
              <a:ext uri="{FF2B5EF4-FFF2-40B4-BE49-F238E27FC236}">
                <a16:creationId xmlns:a16="http://schemas.microsoft.com/office/drawing/2014/main" id="{E6879404-2738-EDAC-A189-F4628FACAEA1}"/>
              </a:ext>
            </a:extLst>
          </p:cNvPr>
          <p:cNvSpPr/>
          <p:nvPr/>
        </p:nvSpPr>
        <p:spPr>
          <a:xfrm>
            <a:off x="4489008" y="1845275"/>
            <a:ext cx="2251450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699A284D-3064-0A40-1264-7FCF5E5E075E}"/>
              </a:ext>
            </a:extLst>
          </p:cNvPr>
          <p:cNvSpPr/>
          <p:nvPr/>
        </p:nvSpPr>
        <p:spPr>
          <a:xfrm>
            <a:off x="4207476" y="1822622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30" name="Gerader Verbinder 26">
            <a:extLst>
              <a:ext uri="{FF2B5EF4-FFF2-40B4-BE49-F238E27FC236}">
                <a16:creationId xmlns:a16="http://schemas.microsoft.com/office/drawing/2014/main" id="{2198E2D7-72F3-E30B-BA3C-857FCFE93D3B}"/>
              </a:ext>
            </a:extLst>
          </p:cNvPr>
          <p:cNvCxnSpPr>
            <a:cxnSpLocks/>
          </p:cNvCxnSpPr>
          <p:nvPr/>
        </p:nvCxnSpPr>
        <p:spPr>
          <a:xfrm>
            <a:off x="4483852" y="1820557"/>
            <a:ext cx="2356148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C88BFF71-FF78-DBF8-0685-672F1B4D5A28}"/>
              </a:ext>
            </a:extLst>
          </p:cNvPr>
          <p:cNvSpPr/>
          <p:nvPr/>
        </p:nvSpPr>
        <p:spPr>
          <a:xfrm>
            <a:off x="3108137" y="2150069"/>
            <a:ext cx="1106510" cy="61790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409EC6F-4C52-B5C9-25AB-0C5341C67E0C}"/>
              </a:ext>
            </a:extLst>
          </p:cNvPr>
          <p:cNvSpPr/>
          <p:nvPr/>
        </p:nvSpPr>
        <p:spPr>
          <a:xfrm>
            <a:off x="2829697" y="1813281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1" name="Gerader Verbinder 13">
            <a:extLst>
              <a:ext uri="{FF2B5EF4-FFF2-40B4-BE49-F238E27FC236}">
                <a16:creationId xmlns:a16="http://schemas.microsoft.com/office/drawing/2014/main" id="{1009B3BF-752F-D0B7-F386-F687FA4A6EAC}"/>
              </a:ext>
            </a:extLst>
          </p:cNvPr>
          <p:cNvCxnSpPr>
            <a:cxnSpLocks/>
          </p:cNvCxnSpPr>
          <p:nvPr/>
        </p:nvCxnSpPr>
        <p:spPr>
          <a:xfrm flipH="1">
            <a:off x="2963551" y="759940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316E3C56-2FE1-89D3-1AB1-18265A2801E8}"/>
              </a:ext>
            </a:extLst>
          </p:cNvPr>
          <p:cNvSpPr/>
          <p:nvPr/>
        </p:nvSpPr>
        <p:spPr>
          <a:xfrm>
            <a:off x="574411" y="1841148"/>
            <a:ext cx="2251450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7227B23-7321-A6E3-9FD8-FBD0149123BA}"/>
              </a:ext>
            </a:extLst>
          </p:cNvPr>
          <p:cNvSpPr/>
          <p:nvPr/>
        </p:nvSpPr>
        <p:spPr>
          <a:xfrm>
            <a:off x="578553" y="1953186"/>
            <a:ext cx="6186448" cy="277045"/>
          </a:xfrm>
          <a:prstGeom prst="rect">
            <a:avLst/>
          </a:prstGeom>
          <a:solidFill>
            <a:srgbClr val="A8E4FA">
              <a:alpha val="4784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F77C247-17B1-E338-538C-E70FDAAA7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C57B9A9-7986-C666-9C0A-2016482D4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34D657-8CC3-085B-BD8D-44B462A80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14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94A615DD-846B-7D8C-AE6A-64D17F9302F4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E651B91-C205-465E-29DC-425BD5C06DF9}"/>
              </a:ext>
            </a:extLst>
          </p:cNvPr>
          <p:cNvCxnSpPr>
            <a:cxnSpLocks/>
          </p:cNvCxnSpPr>
          <p:nvPr/>
        </p:nvCxnSpPr>
        <p:spPr>
          <a:xfrm flipH="1">
            <a:off x="590035" y="2211855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4D89BECF-77FB-6F8F-6E19-5A620F33CEDE}"/>
              </a:ext>
            </a:extLst>
          </p:cNvPr>
          <p:cNvSpPr txBox="1"/>
          <p:nvPr/>
        </p:nvSpPr>
        <p:spPr>
          <a:xfrm rot="16200000">
            <a:off x="-277976" y="1449006"/>
            <a:ext cx="12407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Sum deceleration</a:t>
            </a: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E2F6BF-4462-6F40-94FF-199A4AD3C40D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9A6C9CE-BBC5-62BC-909B-72C1CFB220FD}"/>
              </a:ext>
            </a:extLst>
          </p:cNvPr>
          <p:cNvCxnSpPr>
            <a:cxnSpLocks/>
          </p:cNvCxnSpPr>
          <p:nvPr/>
        </p:nvCxnSpPr>
        <p:spPr>
          <a:xfrm flipH="1">
            <a:off x="3100140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CA79165-31B4-8467-88CF-2C7823C5E882}"/>
              </a:ext>
            </a:extLst>
          </p:cNvPr>
          <p:cNvCxnSpPr>
            <a:cxnSpLocks/>
          </p:cNvCxnSpPr>
          <p:nvPr/>
        </p:nvCxnSpPr>
        <p:spPr>
          <a:xfrm>
            <a:off x="4206646" y="711467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6CDD7857-540C-5334-764F-9AA14BBA40DE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419FE83-B713-88A2-046F-EDC519BCCCDB}"/>
              </a:ext>
            </a:extLst>
          </p:cNvPr>
          <p:cNvSpPr txBox="1"/>
          <p:nvPr/>
        </p:nvSpPr>
        <p:spPr>
          <a:xfrm rot="16200000">
            <a:off x="-192621" y="3993516"/>
            <a:ext cx="111248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de-DE"/>
            </a:defPPr>
            <a:lvl1pPr marR="0" indent="0" fontAlgn="base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 kern="0">
                <a:solidFill>
                  <a:srgbClr val="000000"/>
                </a:solidFill>
              </a:defRPr>
            </a:lvl1pPr>
          </a:lstStyle>
          <a:p>
            <a:r>
              <a:rPr lang="en-US" altLang="zh-CN" dirty="0" err="1">
                <a:solidFill>
                  <a:srgbClr val="FF0000"/>
                </a:solidFill>
              </a:rPr>
              <a:t>EHBi</a:t>
            </a:r>
            <a:r>
              <a:rPr lang="en-US" altLang="zh-CN" dirty="0">
                <a:solidFill>
                  <a:srgbClr val="FF0000"/>
                </a:solidFill>
              </a:rPr>
              <a:t>/EMB </a:t>
            </a:r>
            <a:r>
              <a:rPr lang="zh-CN" altLang="en-US" dirty="0">
                <a:solidFill>
                  <a:srgbClr val="FF0000"/>
                </a:solidFill>
              </a:rPr>
              <a:t>请求扭矩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（液压</a:t>
            </a:r>
            <a:r>
              <a:rPr lang="en-US" altLang="zh-CN" dirty="0">
                <a:solidFill>
                  <a:srgbClr val="FF0000"/>
                </a:solidFill>
              </a:rPr>
              <a:t>+regen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de-DE" dirty="0">
              <a:solidFill>
                <a:srgbClr val="FF0000"/>
              </a:solidFill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7992D4A5-57E9-95EE-0161-F072718D484E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1499A5AD-14E0-B7EF-696C-920F4DE6F5F8}"/>
              </a:ext>
            </a:extLst>
          </p:cNvPr>
          <p:cNvCxnSpPr>
            <a:cxnSpLocks/>
          </p:cNvCxnSpPr>
          <p:nvPr/>
        </p:nvCxnSpPr>
        <p:spPr>
          <a:xfrm>
            <a:off x="568410" y="1816437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97554D9-9234-758A-0767-92B39D278284}"/>
              </a:ext>
            </a:extLst>
          </p:cNvPr>
          <p:cNvCxnSpPr>
            <a:cxnSpLocks/>
          </p:cNvCxnSpPr>
          <p:nvPr/>
        </p:nvCxnSpPr>
        <p:spPr>
          <a:xfrm>
            <a:off x="566352" y="2316897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1941039-340F-F12B-ACE3-C94B120A04E4}"/>
              </a:ext>
            </a:extLst>
          </p:cNvPr>
          <p:cNvCxnSpPr>
            <a:cxnSpLocks/>
          </p:cNvCxnSpPr>
          <p:nvPr/>
        </p:nvCxnSpPr>
        <p:spPr>
          <a:xfrm flipH="1">
            <a:off x="568411" y="3404288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11E5AAF-249E-2393-7E8C-BCA1D89295D3}"/>
              </a:ext>
            </a:extLst>
          </p:cNvPr>
          <p:cNvCxnSpPr>
            <a:cxnSpLocks/>
          </p:cNvCxnSpPr>
          <p:nvPr/>
        </p:nvCxnSpPr>
        <p:spPr>
          <a:xfrm flipV="1">
            <a:off x="5823123" y="3400817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6DD3B152-726A-37E7-E894-E5219813E4D6}"/>
              </a:ext>
            </a:extLst>
          </p:cNvPr>
          <p:cNvSpPr txBox="1"/>
          <p:nvPr/>
        </p:nvSpPr>
        <p:spPr>
          <a:xfrm>
            <a:off x="932386" y="718461"/>
            <a:ext cx="10708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0180CC4-55C5-87D7-C158-35EBA810C370}"/>
              </a:ext>
            </a:extLst>
          </p:cNvPr>
          <p:cNvSpPr txBox="1"/>
          <p:nvPr/>
        </p:nvSpPr>
        <p:spPr>
          <a:xfrm>
            <a:off x="3566934" y="675354"/>
            <a:ext cx="91691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4CC7315E-8F3A-8667-8838-143153EAEBF4}"/>
              </a:ext>
            </a:extLst>
          </p:cNvPr>
          <p:cNvSpPr txBox="1"/>
          <p:nvPr/>
        </p:nvSpPr>
        <p:spPr>
          <a:xfrm>
            <a:off x="5230476" y="700375"/>
            <a:ext cx="65723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 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退出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95A2F7DB-2AC0-45E2-9E72-AA824DF62569}"/>
              </a:ext>
            </a:extLst>
          </p:cNvPr>
          <p:cNvCxnSpPr>
            <a:cxnSpLocks/>
          </p:cNvCxnSpPr>
          <p:nvPr/>
        </p:nvCxnSpPr>
        <p:spPr>
          <a:xfrm>
            <a:off x="3113903" y="911905"/>
            <a:ext cx="1068584" cy="0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0A31083-6403-9F2D-ECA8-76F20DE1BBB5}"/>
              </a:ext>
            </a:extLst>
          </p:cNvPr>
          <p:cNvCxnSpPr>
            <a:cxnSpLocks/>
          </p:cNvCxnSpPr>
          <p:nvPr/>
        </p:nvCxnSpPr>
        <p:spPr>
          <a:xfrm>
            <a:off x="597300" y="911905"/>
            <a:ext cx="2376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B5B63952-0AD0-75C6-A51D-91DCB7BC441B}"/>
              </a:ext>
            </a:extLst>
          </p:cNvPr>
          <p:cNvSpPr/>
          <p:nvPr/>
        </p:nvSpPr>
        <p:spPr>
          <a:xfrm>
            <a:off x="375051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9B3A2600-70AA-B86C-3EBC-2ED680BBB24B}"/>
              </a:ext>
            </a:extLst>
          </p:cNvPr>
          <p:cNvSpPr txBox="1"/>
          <p:nvPr/>
        </p:nvSpPr>
        <p:spPr>
          <a:xfrm>
            <a:off x="4307929" y="101390"/>
            <a:ext cx="1547794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驾驶员制动请求扭矩 （液压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+regen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）：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C82A5AEE-0B0D-2814-95EC-C86FE0715C18}"/>
              </a:ext>
            </a:extLst>
          </p:cNvPr>
          <p:cNvSpPr/>
          <p:nvPr/>
        </p:nvSpPr>
        <p:spPr>
          <a:xfrm>
            <a:off x="5880720" y="165719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C42416A0-E487-DB71-C615-4988FDA9D45B}"/>
              </a:ext>
            </a:extLst>
          </p:cNvPr>
          <p:cNvSpPr txBox="1"/>
          <p:nvPr/>
        </p:nvSpPr>
        <p:spPr>
          <a:xfrm>
            <a:off x="6462024" y="195016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0000"/>
                </a:solidFill>
              </a:rPr>
              <a:t>克服坡道阻力需要的扭矩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26D039FC-1726-3BFF-1728-71FF5A223F70}"/>
              </a:ext>
            </a:extLst>
          </p:cNvPr>
          <p:cNvCxnSpPr>
            <a:cxnSpLocks/>
            <a:endCxn id="31" idx="3"/>
          </p:cNvCxnSpPr>
          <p:nvPr/>
        </p:nvCxnSpPr>
        <p:spPr>
          <a:xfrm>
            <a:off x="2836410" y="1816446"/>
            <a:ext cx="265136" cy="395413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4668E99B-BC80-48E2-CD9A-195A7B5E38ED}"/>
              </a:ext>
            </a:extLst>
          </p:cNvPr>
          <p:cNvSpPr txBox="1"/>
          <p:nvPr/>
        </p:nvSpPr>
        <p:spPr>
          <a:xfrm rot="16200000">
            <a:off x="-93026" y="2710301"/>
            <a:ext cx="87012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B050"/>
                </a:solidFill>
              </a:rPr>
              <a:t>VCU coasting </a:t>
            </a:r>
            <a:r>
              <a:rPr lang="zh-CN" altLang="en-US" sz="1000" kern="0" dirty="0">
                <a:solidFill>
                  <a:srgbClr val="00B05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114" name="Gerader Verbinder 27">
            <a:extLst>
              <a:ext uri="{FF2B5EF4-FFF2-40B4-BE49-F238E27FC236}">
                <a16:creationId xmlns:a16="http://schemas.microsoft.com/office/drawing/2014/main" id="{308A5356-D206-005C-F2E0-6FF58D20B950}"/>
              </a:ext>
            </a:extLst>
          </p:cNvPr>
          <p:cNvCxnSpPr>
            <a:cxnSpLocks/>
          </p:cNvCxnSpPr>
          <p:nvPr/>
        </p:nvCxnSpPr>
        <p:spPr>
          <a:xfrm flipV="1">
            <a:off x="3101959" y="2205672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8" name="Gerader Verbinder 27">
            <a:extLst>
              <a:ext uri="{FF2B5EF4-FFF2-40B4-BE49-F238E27FC236}">
                <a16:creationId xmlns:a16="http://schemas.microsoft.com/office/drawing/2014/main" id="{85E0780C-6CA0-86AF-6C06-CFBEB9CBC72F}"/>
              </a:ext>
            </a:extLst>
          </p:cNvPr>
          <p:cNvCxnSpPr>
            <a:cxnSpLocks/>
          </p:cNvCxnSpPr>
          <p:nvPr/>
        </p:nvCxnSpPr>
        <p:spPr>
          <a:xfrm flipV="1">
            <a:off x="4208469" y="1827967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7" name="Gerader Verbinder 13">
            <a:extLst>
              <a:ext uri="{FF2B5EF4-FFF2-40B4-BE49-F238E27FC236}">
                <a16:creationId xmlns:a16="http://schemas.microsoft.com/office/drawing/2014/main" id="{93B3400D-09B5-D843-24D8-7235842F1150}"/>
              </a:ext>
            </a:extLst>
          </p:cNvPr>
          <p:cNvCxnSpPr>
            <a:cxnSpLocks/>
          </p:cNvCxnSpPr>
          <p:nvPr/>
        </p:nvCxnSpPr>
        <p:spPr>
          <a:xfrm flipH="1">
            <a:off x="4482029" y="825754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32" name="Gerade Verbindung mit Pfeil 61">
            <a:extLst>
              <a:ext uri="{FF2B5EF4-FFF2-40B4-BE49-F238E27FC236}">
                <a16:creationId xmlns:a16="http://schemas.microsoft.com/office/drawing/2014/main" id="{493A1B75-9420-7100-D737-2432CDACAED1}"/>
              </a:ext>
            </a:extLst>
          </p:cNvPr>
          <p:cNvCxnSpPr>
            <a:cxnSpLocks/>
          </p:cNvCxnSpPr>
          <p:nvPr/>
        </p:nvCxnSpPr>
        <p:spPr>
          <a:xfrm>
            <a:off x="4389001" y="1022647"/>
            <a:ext cx="2376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0" name="Gerader Verbinder 26">
            <a:extLst>
              <a:ext uri="{FF2B5EF4-FFF2-40B4-BE49-F238E27FC236}">
                <a16:creationId xmlns:a16="http://schemas.microsoft.com/office/drawing/2014/main" id="{9544C2C5-EC0F-5ED8-D472-0290ED04F41F}"/>
              </a:ext>
            </a:extLst>
          </p:cNvPr>
          <p:cNvCxnSpPr>
            <a:cxnSpLocks/>
          </p:cNvCxnSpPr>
          <p:nvPr/>
        </p:nvCxnSpPr>
        <p:spPr>
          <a:xfrm>
            <a:off x="568411" y="1727879"/>
            <a:ext cx="2255293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13" name="Gerader Verbinder 27">
            <a:extLst>
              <a:ext uri="{FF2B5EF4-FFF2-40B4-BE49-F238E27FC236}">
                <a16:creationId xmlns:a16="http://schemas.microsoft.com/office/drawing/2014/main" id="{9648BBE9-A9F8-50DC-D74D-6F1DFD7CEC33}"/>
              </a:ext>
            </a:extLst>
          </p:cNvPr>
          <p:cNvCxnSpPr>
            <a:cxnSpLocks/>
          </p:cNvCxnSpPr>
          <p:nvPr/>
        </p:nvCxnSpPr>
        <p:spPr>
          <a:xfrm>
            <a:off x="2842409" y="1739228"/>
            <a:ext cx="263730" cy="389226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16F06753-31F3-6986-9301-B5C0F21B3BC8}"/>
              </a:ext>
            </a:extLst>
          </p:cNvPr>
          <p:cNvSpPr/>
          <p:nvPr/>
        </p:nvSpPr>
        <p:spPr>
          <a:xfrm>
            <a:off x="590035" y="1756710"/>
            <a:ext cx="2239662" cy="74144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1E6355A-510E-9664-C77B-7C41C8717262}"/>
              </a:ext>
            </a:extLst>
          </p:cNvPr>
          <p:cNvSpPr/>
          <p:nvPr/>
        </p:nvSpPr>
        <p:spPr>
          <a:xfrm>
            <a:off x="7636596" y="195017"/>
            <a:ext cx="406882" cy="16681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829E98F-1C01-6555-83FD-DCD847985563}"/>
              </a:ext>
            </a:extLst>
          </p:cNvPr>
          <p:cNvSpPr/>
          <p:nvPr/>
        </p:nvSpPr>
        <p:spPr>
          <a:xfrm>
            <a:off x="2829697" y="1742303"/>
            <a:ext cx="284206" cy="469556"/>
          </a:xfrm>
          <a:custGeom>
            <a:avLst/>
            <a:gdLst>
              <a:gd name="csX0" fmla="*/ 6179 w 284206"/>
              <a:gd name="csY0" fmla="*/ 0 h 469556"/>
              <a:gd name="csX1" fmla="*/ 6179 w 284206"/>
              <a:gd name="csY1" fmla="*/ 67962 h 469556"/>
              <a:gd name="csX2" fmla="*/ 0 w 284206"/>
              <a:gd name="csY2" fmla="*/ 61783 h 469556"/>
              <a:gd name="csX3" fmla="*/ 271849 w 284206"/>
              <a:gd name="csY3" fmla="*/ 469556 h 469556"/>
              <a:gd name="csX4" fmla="*/ 284206 w 284206"/>
              <a:gd name="csY4" fmla="*/ 401594 h 469556"/>
              <a:gd name="csX5" fmla="*/ 6179 w 284206"/>
              <a:gd name="csY5" fmla="*/ 0 h 4695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284206" h="469556">
                <a:moveTo>
                  <a:pt x="6179" y="0"/>
                </a:moveTo>
                <a:lnTo>
                  <a:pt x="6179" y="67962"/>
                </a:lnTo>
                <a:lnTo>
                  <a:pt x="0" y="61783"/>
                </a:lnTo>
                <a:lnTo>
                  <a:pt x="271849" y="469556"/>
                </a:lnTo>
                <a:lnTo>
                  <a:pt x="284206" y="401594"/>
                </a:lnTo>
                <a:lnTo>
                  <a:pt x="6179" y="0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36" name="Gerader Verbinder 27">
            <a:extLst>
              <a:ext uri="{FF2B5EF4-FFF2-40B4-BE49-F238E27FC236}">
                <a16:creationId xmlns:a16="http://schemas.microsoft.com/office/drawing/2014/main" id="{1FB06653-0EE9-0AFF-B7A6-2A3741A1D239}"/>
              </a:ext>
            </a:extLst>
          </p:cNvPr>
          <p:cNvCxnSpPr>
            <a:cxnSpLocks/>
          </p:cNvCxnSpPr>
          <p:nvPr/>
        </p:nvCxnSpPr>
        <p:spPr>
          <a:xfrm flipV="1">
            <a:off x="4199724" y="1727879"/>
            <a:ext cx="284128" cy="393457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42" name="Gerader Verbinder 26">
            <a:extLst>
              <a:ext uri="{FF2B5EF4-FFF2-40B4-BE49-F238E27FC236}">
                <a16:creationId xmlns:a16="http://schemas.microsoft.com/office/drawing/2014/main" id="{AB4B2351-A0B3-0314-5545-ACB036511EE8}"/>
              </a:ext>
            </a:extLst>
          </p:cNvPr>
          <p:cNvCxnSpPr>
            <a:cxnSpLocks/>
          </p:cNvCxnSpPr>
          <p:nvPr/>
        </p:nvCxnSpPr>
        <p:spPr>
          <a:xfrm>
            <a:off x="3107725" y="2139870"/>
            <a:ext cx="1068584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60" name="Gerader Verbinder 26">
            <a:extLst>
              <a:ext uri="{FF2B5EF4-FFF2-40B4-BE49-F238E27FC236}">
                <a16:creationId xmlns:a16="http://schemas.microsoft.com/office/drawing/2014/main" id="{12824DEB-32E7-1EFD-9AB5-BB054D6B811D}"/>
              </a:ext>
            </a:extLst>
          </p:cNvPr>
          <p:cNvCxnSpPr>
            <a:cxnSpLocks/>
          </p:cNvCxnSpPr>
          <p:nvPr/>
        </p:nvCxnSpPr>
        <p:spPr>
          <a:xfrm>
            <a:off x="4483852" y="1727879"/>
            <a:ext cx="2366427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69" name="矩形 68">
            <a:extLst>
              <a:ext uri="{FF2B5EF4-FFF2-40B4-BE49-F238E27FC236}">
                <a16:creationId xmlns:a16="http://schemas.microsoft.com/office/drawing/2014/main" id="{B4627848-82B0-BAE9-2417-0C9FCAC1010F}"/>
              </a:ext>
            </a:extLst>
          </p:cNvPr>
          <p:cNvSpPr/>
          <p:nvPr/>
        </p:nvSpPr>
        <p:spPr>
          <a:xfrm>
            <a:off x="4490133" y="1736832"/>
            <a:ext cx="2239662" cy="74144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AE70D56D-E746-31B9-0E91-41C5B2E3EBDA}"/>
              </a:ext>
            </a:extLst>
          </p:cNvPr>
          <p:cNvSpPr/>
          <p:nvPr/>
        </p:nvSpPr>
        <p:spPr>
          <a:xfrm>
            <a:off x="4201297" y="1723768"/>
            <a:ext cx="284206" cy="488091"/>
          </a:xfrm>
          <a:custGeom>
            <a:avLst/>
            <a:gdLst>
              <a:gd name="csX0" fmla="*/ 0 w 284206"/>
              <a:gd name="csY0" fmla="*/ 407773 h 488091"/>
              <a:gd name="csX1" fmla="*/ 6179 w 284206"/>
              <a:gd name="csY1" fmla="*/ 488091 h 488091"/>
              <a:gd name="csX2" fmla="*/ 284206 w 284206"/>
              <a:gd name="csY2" fmla="*/ 80318 h 488091"/>
              <a:gd name="csX3" fmla="*/ 284206 w 284206"/>
              <a:gd name="csY3" fmla="*/ 0 h 488091"/>
              <a:gd name="csX4" fmla="*/ 0 w 284206"/>
              <a:gd name="csY4" fmla="*/ 407773 h 48809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84206" h="488091">
                <a:moveTo>
                  <a:pt x="0" y="407773"/>
                </a:moveTo>
                <a:lnTo>
                  <a:pt x="6179" y="488091"/>
                </a:lnTo>
                <a:lnTo>
                  <a:pt x="284206" y="80318"/>
                </a:lnTo>
                <a:lnTo>
                  <a:pt x="284206" y="0"/>
                </a:lnTo>
                <a:lnTo>
                  <a:pt x="0" y="407773"/>
                </a:lnTo>
                <a:close/>
              </a:path>
            </a:pathLst>
          </a:custGeom>
          <a:solidFill>
            <a:srgbClr val="A8E4C3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B1BEADFC-D386-E383-C8B2-4BDA38A90B0B}"/>
              </a:ext>
            </a:extLst>
          </p:cNvPr>
          <p:cNvSpPr txBox="1"/>
          <p:nvPr/>
        </p:nvSpPr>
        <p:spPr>
          <a:xfrm>
            <a:off x="8087215" y="215720"/>
            <a:ext cx="106323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000000"/>
                </a:solidFill>
              </a:rPr>
              <a:t>coasting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9" name="Gerader Verbinder 26">
            <a:extLst>
              <a:ext uri="{FF2B5EF4-FFF2-40B4-BE49-F238E27FC236}">
                <a16:creationId xmlns:a16="http://schemas.microsoft.com/office/drawing/2014/main" id="{76938178-336E-A2FF-8E78-0AA57CFE1079}"/>
              </a:ext>
            </a:extLst>
          </p:cNvPr>
          <p:cNvCxnSpPr>
            <a:cxnSpLocks/>
          </p:cNvCxnSpPr>
          <p:nvPr/>
        </p:nvCxnSpPr>
        <p:spPr>
          <a:xfrm>
            <a:off x="591666" y="3299253"/>
            <a:ext cx="6173335" cy="0"/>
          </a:xfrm>
          <a:prstGeom prst="line">
            <a:avLst/>
          </a:prstGeom>
          <a:noFill/>
          <a:ln w="28575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86" name="矩形 85">
            <a:extLst>
              <a:ext uri="{FF2B5EF4-FFF2-40B4-BE49-F238E27FC236}">
                <a16:creationId xmlns:a16="http://schemas.microsoft.com/office/drawing/2014/main" id="{880765E2-738D-4139-B730-0EB615A630DC}"/>
              </a:ext>
            </a:extLst>
          </p:cNvPr>
          <p:cNvSpPr/>
          <p:nvPr/>
        </p:nvSpPr>
        <p:spPr>
          <a:xfrm>
            <a:off x="595739" y="3324784"/>
            <a:ext cx="6169261" cy="61128"/>
          </a:xfrm>
          <a:prstGeom prst="rect">
            <a:avLst/>
          </a:prstGeom>
          <a:solidFill>
            <a:srgbClr val="00B05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A23B1F9E-4D36-BF54-59F0-7DC4C842EACE}"/>
              </a:ext>
            </a:extLst>
          </p:cNvPr>
          <p:cNvSpPr/>
          <p:nvPr/>
        </p:nvSpPr>
        <p:spPr>
          <a:xfrm>
            <a:off x="4506353" y="4271931"/>
            <a:ext cx="2251450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957158DC-AABA-B7D2-F2C8-E54F6B28BF51}"/>
              </a:ext>
            </a:extLst>
          </p:cNvPr>
          <p:cNvSpPr/>
          <p:nvPr/>
        </p:nvSpPr>
        <p:spPr>
          <a:xfrm>
            <a:off x="4205036" y="4249278"/>
            <a:ext cx="290383" cy="395416"/>
          </a:xfrm>
          <a:custGeom>
            <a:avLst/>
            <a:gdLst>
              <a:gd name="csX0" fmla="*/ 0 w 290383"/>
              <a:gd name="csY0" fmla="*/ 395416 h 395416"/>
              <a:gd name="csX1" fmla="*/ 290383 w 290383"/>
              <a:gd name="csY1" fmla="*/ 389237 h 395416"/>
              <a:gd name="csX2" fmla="*/ 290383 w 290383"/>
              <a:gd name="csY2" fmla="*/ 0 h 395416"/>
              <a:gd name="csX3" fmla="*/ 0 w 290383"/>
              <a:gd name="csY3" fmla="*/ 395416 h 3954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90383" h="395416">
                <a:moveTo>
                  <a:pt x="0" y="395416"/>
                </a:moveTo>
                <a:lnTo>
                  <a:pt x="290383" y="389237"/>
                </a:lnTo>
                <a:lnTo>
                  <a:pt x="290383" y="0"/>
                </a:lnTo>
                <a:lnTo>
                  <a:pt x="0" y="395416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89" name="Gerader Verbinder 26">
            <a:extLst>
              <a:ext uri="{FF2B5EF4-FFF2-40B4-BE49-F238E27FC236}">
                <a16:creationId xmlns:a16="http://schemas.microsoft.com/office/drawing/2014/main" id="{8F26AFDD-DD44-D05A-817D-64E866174BFA}"/>
              </a:ext>
            </a:extLst>
          </p:cNvPr>
          <p:cNvCxnSpPr>
            <a:cxnSpLocks/>
          </p:cNvCxnSpPr>
          <p:nvPr/>
        </p:nvCxnSpPr>
        <p:spPr>
          <a:xfrm>
            <a:off x="4481412" y="4247213"/>
            <a:ext cx="2356148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22877B2-ABFF-12BF-098E-068264550B7A}"/>
              </a:ext>
            </a:extLst>
          </p:cNvPr>
          <p:cNvSpPr/>
          <p:nvPr/>
        </p:nvSpPr>
        <p:spPr>
          <a:xfrm>
            <a:off x="2827257" y="4239937"/>
            <a:ext cx="278440" cy="398576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6E6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39EF8239-70EA-2B3D-1BA6-861494C30C60}"/>
              </a:ext>
            </a:extLst>
          </p:cNvPr>
          <p:cNvSpPr/>
          <p:nvPr/>
        </p:nvSpPr>
        <p:spPr>
          <a:xfrm>
            <a:off x="571971" y="4267804"/>
            <a:ext cx="2251450" cy="370711"/>
          </a:xfrm>
          <a:prstGeom prst="rect">
            <a:avLst/>
          </a:prstGeom>
          <a:solidFill>
            <a:srgbClr val="FF0000">
              <a:alpha val="56863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97" name="Gerader Verbinder 26">
            <a:extLst>
              <a:ext uri="{FF2B5EF4-FFF2-40B4-BE49-F238E27FC236}">
                <a16:creationId xmlns:a16="http://schemas.microsoft.com/office/drawing/2014/main" id="{1CD01D9B-C2D9-274C-9B86-540C97208952}"/>
              </a:ext>
            </a:extLst>
          </p:cNvPr>
          <p:cNvCxnSpPr>
            <a:cxnSpLocks/>
          </p:cNvCxnSpPr>
          <p:nvPr/>
        </p:nvCxnSpPr>
        <p:spPr>
          <a:xfrm>
            <a:off x="565970" y="4243093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8" name="Gerader Verbinder 27">
            <a:extLst>
              <a:ext uri="{FF2B5EF4-FFF2-40B4-BE49-F238E27FC236}">
                <a16:creationId xmlns:a16="http://schemas.microsoft.com/office/drawing/2014/main" id="{70BF9A75-B51D-17FA-3725-34D831F31296}"/>
              </a:ext>
            </a:extLst>
          </p:cNvPr>
          <p:cNvCxnSpPr>
            <a:cxnSpLocks/>
            <a:endCxn id="93" idx="2"/>
          </p:cNvCxnSpPr>
          <p:nvPr/>
        </p:nvCxnSpPr>
        <p:spPr>
          <a:xfrm>
            <a:off x="2833970" y="4243102"/>
            <a:ext cx="271727" cy="390776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99" name="Gerader Verbinder 27">
            <a:extLst>
              <a:ext uri="{FF2B5EF4-FFF2-40B4-BE49-F238E27FC236}">
                <a16:creationId xmlns:a16="http://schemas.microsoft.com/office/drawing/2014/main" id="{C496DED0-A53A-E511-9BFF-B102973572B6}"/>
              </a:ext>
            </a:extLst>
          </p:cNvPr>
          <p:cNvCxnSpPr>
            <a:cxnSpLocks/>
          </p:cNvCxnSpPr>
          <p:nvPr/>
        </p:nvCxnSpPr>
        <p:spPr>
          <a:xfrm flipV="1">
            <a:off x="3099519" y="4626108"/>
            <a:ext cx="1098513" cy="155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01" name="Gerader Verbinder 27">
            <a:extLst>
              <a:ext uri="{FF2B5EF4-FFF2-40B4-BE49-F238E27FC236}">
                <a16:creationId xmlns:a16="http://schemas.microsoft.com/office/drawing/2014/main" id="{F5DBE80C-450A-D994-AE92-3887B70B8DE4}"/>
              </a:ext>
            </a:extLst>
          </p:cNvPr>
          <p:cNvCxnSpPr>
            <a:cxnSpLocks/>
          </p:cNvCxnSpPr>
          <p:nvPr/>
        </p:nvCxnSpPr>
        <p:spPr>
          <a:xfrm flipV="1">
            <a:off x="4206029" y="4254623"/>
            <a:ext cx="268400" cy="37960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867145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C69E53-546A-200B-4EE1-E6BBD135B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矩形 93">
            <a:extLst>
              <a:ext uri="{FF2B5EF4-FFF2-40B4-BE49-F238E27FC236}">
                <a16:creationId xmlns:a16="http://schemas.microsoft.com/office/drawing/2014/main" id="{2D2B2FB6-3C86-23ED-8434-72C490B1017C}"/>
              </a:ext>
            </a:extLst>
          </p:cNvPr>
          <p:cNvSpPr/>
          <p:nvPr/>
        </p:nvSpPr>
        <p:spPr>
          <a:xfrm>
            <a:off x="555704" y="3139592"/>
            <a:ext cx="2425365" cy="256460"/>
          </a:xfrm>
          <a:prstGeom prst="rect">
            <a:avLst/>
          </a:prstGeom>
          <a:solidFill>
            <a:srgbClr val="00B0F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1" name="Gerader Verbinder 13">
            <a:extLst>
              <a:ext uri="{FF2B5EF4-FFF2-40B4-BE49-F238E27FC236}">
                <a16:creationId xmlns:a16="http://schemas.microsoft.com/office/drawing/2014/main" id="{28A59595-2238-C4FB-2906-C2DB8C6D7BFE}"/>
              </a:ext>
            </a:extLst>
          </p:cNvPr>
          <p:cNvCxnSpPr>
            <a:cxnSpLocks/>
          </p:cNvCxnSpPr>
          <p:nvPr/>
        </p:nvCxnSpPr>
        <p:spPr>
          <a:xfrm flipH="1">
            <a:off x="2963551" y="759940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C678DF85-4027-8B6C-FF9C-2EECF9D56341}"/>
              </a:ext>
            </a:extLst>
          </p:cNvPr>
          <p:cNvSpPr/>
          <p:nvPr/>
        </p:nvSpPr>
        <p:spPr>
          <a:xfrm>
            <a:off x="571656" y="1699056"/>
            <a:ext cx="2254205" cy="524201"/>
          </a:xfrm>
          <a:prstGeom prst="rect">
            <a:avLst/>
          </a:prstGeom>
          <a:solidFill>
            <a:srgbClr val="FFEEE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DACE443-9604-404A-BC4C-8CBAD1E600B9}"/>
              </a:ext>
            </a:extLst>
          </p:cNvPr>
          <p:cNvSpPr/>
          <p:nvPr/>
        </p:nvSpPr>
        <p:spPr>
          <a:xfrm>
            <a:off x="568410" y="1955396"/>
            <a:ext cx="2412659" cy="256460"/>
          </a:xfrm>
          <a:prstGeom prst="rect">
            <a:avLst/>
          </a:prstGeom>
          <a:solidFill>
            <a:srgbClr val="00B0F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EF30379-749F-E494-BC24-E95F6B3A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33EE779-6BEB-396B-07AE-D749A2C8C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4FB8D73-F263-1935-4CC7-C33CF799F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15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57190406-DCEB-78CE-F015-8B31497F4317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EE2DCFC3-0EFD-814A-DC3D-1FF4FF728FC5}"/>
              </a:ext>
            </a:extLst>
          </p:cNvPr>
          <p:cNvCxnSpPr>
            <a:cxnSpLocks/>
          </p:cNvCxnSpPr>
          <p:nvPr/>
        </p:nvCxnSpPr>
        <p:spPr>
          <a:xfrm flipH="1">
            <a:off x="590035" y="2211855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C9BB724B-38FA-8BCA-8E49-4DC797C68098}"/>
              </a:ext>
            </a:extLst>
          </p:cNvPr>
          <p:cNvSpPr txBox="1"/>
          <p:nvPr/>
        </p:nvSpPr>
        <p:spPr>
          <a:xfrm rot="16200000">
            <a:off x="-296636" y="1449006"/>
            <a:ext cx="12407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1000" kern="0" dirty="0">
                <a:solidFill>
                  <a:srgbClr val="000000"/>
                </a:solidFill>
              </a:rPr>
              <a:t>/EMB </a:t>
            </a:r>
            <a:r>
              <a:rPr lang="zh-CN" altLang="en-US" sz="1000" kern="0" dirty="0">
                <a:solidFill>
                  <a:srgbClr val="000000"/>
                </a:solidFill>
              </a:rPr>
              <a:t>驾驶员踏板</a:t>
            </a:r>
            <a:endParaRPr lang="en-US" altLang="zh-CN" sz="10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5BB1A68-F2F1-17F4-CC9B-01D18D5A0116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C652E2CD-F1E4-BE57-CD44-36E4F163A599}"/>
              </a:ext>
            </a:extLst>
          </p:cNvPr>
          <p:cNvCxnSpPr>
            <a:cxnSpLocks/>
          </p:cNvCxnSpPr>
          <p:nvPr/>
        </p:nvCxnSpPr>
        <p:spPr>
          <a:xfrm flipH="1">
            <a:off x="3100140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0F476D8-125F-4136-34DE-2302D2FC6DE3}"/>
              </a:ext>
            </a:extLst>
          </p:cNvPr>
          <p:cNvCxnSpPr>
            <a:cxnSpLocks/>
          </p:cNvCxnSpPr>
          <p:nvPr/>
        </p:nvCxnSpPr>
        <p:spPr>
          <a:xfrm>
            <a:off x="4206646" y="711467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BA63720-E12C-4C63-DB08-58EB280902C4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A9800623-2457-E38F-2263-69454D4D824A}"/>
              </a:ext>
            </a:extLst>
          </p:cNvPr>
          <p:cNvSpPr txBox="1"/>
          <p:nvPr/>
        </p:nvSpPr>
        <p:spPr>
          <a:xfrm rot="16200000">
            <a:off x="-145346" y="4055072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最终制动请求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9869B55C-7CE8-C4DB-DA45-92579D1A5BA1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CD38B34-CDB2-AFBD-C4BF-7F270DF481C1}"/>
              </a:ext>
            </a:extLst>
          </p:cNvPr>
          <p:cNvCxnSpPr>
            <a:cxnSpLocks/>
          </p:cNvCxnSpPr>
          <p:nvPr/>
        </p:nvCxnSpPr>
        <p:spPr>
          <a:xfrm>
            <a:off x="568410" y="1686697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50E3E580-19D1-B3FB-E83A-868CDB85CD41}"/>
              </a:ext>
            </a:extLst>
          </p:cNvPr>
          <p:cNvSpPr txBox="1"/>
          <p:nvPr/>
        </p:nvSpPr>
        <p:spPr>
          <a:xfrm>
            <a:off x="869518" y="1484812"/>
            <a:ext cx="16834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rgbClr val="E52330"/>
                </a:solidFill>
              </a:rPr>
              <a:t>100Nm</a:t>
            </a: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57099FFC-A2F6-EC0C-5F32-201071EEF53C}"/>
              </a:ext>
            </a:extLst>
          </p:cNvPr>
          <p:cNvCxnSpPr>
            <a:cxnSpLocks/>
          </p:cNvCxnSpPr>
          <p:nvPr/>
        </p:nvCxnSpPr>
        <p:spPr>
          <a:xfrm>
            <a:off x="566352" y="2316897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9A4BA8C8-0BC7-C92E-BA2D-8BDC88B40EA8}"/>
              </a:ext>
            </a:extLst>
          </p:cNvPr>
          <p:cNvCxnSpPr>
            <a:cxnSpLocks/>
          </p:cNvCxnSpPr>
          <p:nvPr/>
        </p:nvCxnSpPr>
        <p:spPr>
          <a:xfrm flipH="1">
            <a:off x="568411" y="3404288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65D9CFA2-3D02-1507-DC66-A2AD6F976E17}"/>
              </a:ext>
            </a:extLst>
          </p:cNvPr>
          <p:cNvCxnSpPr>
            <a:cxnSpLocks/>
          </p:cNvCxnSpPr>
          <p:nvPr/>
        </p:nvCxnSpPr>
        <p:spPr>
          <a:xfrm flipV="1">
            <a:off x="5823123" y="3400817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D6764E5F-4771-9605-352B-7C711D99F58A}"/>
              </a:ext>
            </a:extLst>
          </p:cNvPr>
          <p:cNvSpPr txBox="1"/>
          <p:nvPr/>
        </p:nvSpPr>
        <p:spPr>
          <a:xfrm>
            <a:off x="932386" y="718461"/>
            <a:ext cx="10708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A7587436-4F6A-20F7-9F68-01264E50569F}"/>
              </a:ext>
            </a:extLst>
          </p:cNvPr>
          <p:cNvSpPr txBox="1"/>
          <p:nvPr/>
        </p:nvSpPr>
        <p:spPr>
          <a:xfrm>
            <a:off x="3566934" y="675354"/>
            <a:ext cx="91691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B1FC4054-7DAE-D969-3F73-6DA2E132FE37}"/>
              </a:ext>
            </a:extLst>
          </p:cNvPr>
          <p:cNvSpPr txBox="1"/>
          <p:nvPr/>
        </p:nvSpPr>
        <p:spPr>
          <a:xfrm>
            <a:off x="5230476" y="700375"/>
            <a:ext cx="65723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 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退出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A17B79B0-493E-84B2-ECE1-AB4417C6388A}"/>
              </a:ext>
            </a:extLst>
          </p:cNvPr>
          <p:cNvCxnSpPr>
            <a:cxnSpLocks/>
            <a:endCxn id="2" idx="2"/>
          </p:cNvCxnSpPr>
          <p:nvPr/>
        </p:nvCxnSpPr>
        <p:spPr>
          <a:xfrm>
            <a:off x="2998336" y="909831"/>
            <a:ext cx="1368000" cy="0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99330067-9373-0150-4ACC-578A0779BCC7}"/>
              </a:ext>
            </a:extLst>
          </p:cNvPr>
          <p:cNvCxnSpPr>
            <a:cxnSpLocks/>
          </p:cNvCxnSpPr>
          <p:nvPr/>
        </p:nvCxnSpPr>
        <p:spPr>
          <a:xfrm>
            <a:off x="597300" y="911905"/>
            <a:ext cx="2376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15EE6810-B735-52E4-8CE3-1A45B3CA8233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E9D67DE-8C97-A69A-BB4D-079600760EA2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04C10DAA-A7B3-CCA9-8B64-B682D11EE43C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70D0B08-B1F6-DE52-F604-3BF15CC241CC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6C560FB9-BD31-74FA-C7FC-9E98FD898F4A}"/>
              </a:ext>
            </a:extLst>
          </p:cNvPr>
          <p:cNvCxnSpPr>
            <a:cxnSpLocks/>
          </p:cNvCxnSpPr>
          <p:nvPr/>
        </p:nvCxnSpPr>
        <p:spPr>
          <a:xfrm flipH="1">
            <a:off x="3012271" y="3145770"/>
            <a:ext cx="137024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6B24F81A-DBF7-0900-23BF-96C9C6A4FDD8}"/>
              </a:ext>
            </a:extLst>
          </p:cNvPr>
          <p:cNvCxnSpPr>
            <a:cxnSpLocks/>
          </p:cNvCxnSpPr>
          <p:nvPr/>
        </p:nvCxnSpPr>
        <p:spPr>
          <a:xfrm>
            <a:off x="2836410" y="1699056"/>
            <a:ext cx="327864" cy="506795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2B548AB0-DE75-C41B-086C-3A543D8DE115}"/>
              </a:ext>
            </a:extLst>
          </p:cNvPr>
          <p:cNvSpPr txBox="1"/>
          <p:nvPr/>
        </p:nvSpPr>
        <p:spPr>
          <a:xfrm rot="16200000">
            <a:off x="-93026" y="2710301"/>
            <a:ext cx="87012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VMC HDC </a:t>
            </a: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8" name="Gerader Verbinder 26">
            <a:extLst>
              <a:ext uri="{FF2B5EF4-FFF2-40B4-BE49-F238E27FC236}">
                <a16:creationId xmlns:a16="http://schemas.microsoft.com/office/drawing/2014/main" id="{08B8B182-5080-65B6-5F9A-076B3D90E201}"/>
              </a:ext>
            </a:extLst>
          </p:cNvPr>
          <p:cNvCxnSpPr>
            <a:cxnSpLocks/>
          </p:cNvCxnSpPr>
          <p:nvPr/>
        </p:nvCxnSpPr>
        <p:spPr>
          <a:xfrm>
            <a:off x="566352" y="3409844"/>
            <a:ext cx="2431984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FA9E691D-68AC-8330-A75E-4252414FDA93}"/>
              </a:ext>
            </a:extLst>
          </p:cNvPr>
          <p:cNvSpPr/>
          <p:nvPr/>
        </p:nvSpPr>
        <p:spPr>
          <a:xfrm>
            <a:off x="2829697" y="1686698"/>
            <a:ext cx="333632" cy="5313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A8A8">
              <a:alpha val="2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00" name="Gerader Verbinder 30">
            <a:extLst>
              <a:ext uri="{FF2B5EF4-FFF2-40B4-BE49-F238E27FC236}">
                <a16:creationId xmlns:a16="http://schemas.microsoft.com/office/drawing/2014/main" id="{DBF6EE8B-692E-E3E5-005E-71CB82413E0D}"/>
              </a:ext>
            </a:extLst>
          </p:cNvPr>
          <p:cNvCxnSpPr>
            <a:cxnSpLocks/>
          </p:cNvCxnSpPr>
          <p:nvPr/>
        </p:nvCxnSpPr>
        <p:spPr>
          <a:xfrm flipH="1" flipV="1">
            <a:off x="2990409" y="3156065"/>
            <a:ext cx="5135" cy="253779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03" name="矩形 102">
            <a:extLst>
              <a:ext uri="{FF2B5EF4-FFF2-40B4-BE49-F238E27FC236}">
                <a16:creationId xmlns:a16="http://schemas.microsoft.com/office/drawing/2014/main" id="{686E5A3C-1554-DEE6-8B8D-9435F30F9DA5}"/>
              </a:ext>
            </a:extLst>
          </p:cNvPr>
          <p:cNvSpPr/>
          <p:nvPr/>
        </p:nvSpPr>
        <p:spPr>
          <a:xfrm>
            <a:off x="582205" y="4118924"/>
            <a:ext cx="2254205" cy="524201"/>
          </a:xfrm>
          <a:prstGeom prst="rect">
            <a:avLst/>
          </a:prstGeom>
          <a:solidFill>
            <a:srgbClr val="FFEEEE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7CFFCA1-01B0-AE81-E914-F3BB4197E257}"/>
              </a:ext>
            </a:extLst>
          </p:cNvPr>
          <p:cNvSpPr/>
          <p:nvPr/>
        </p:nvSpPr>
        <p:spPr>
          <a:xfrm>
            <a:off x="578959" y="4375264"/>
            <a:ext cx="2439490" cy="256460"/>
          </a:xfrm>
          <a:prstGeom prst="rect">
            <a:avLst/>
          </a:prstGeom>
          <a:solidFill>
            <a:srgbClr val="00B0F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05" name="Gerader Verbinder 26">
            <a:extLst>
              <a:ext uri="{FF2B5EF4-FFF2-40B4-BE49-F238E27FC236}">
                <a16:creationId xmlns:a16="http://schemas.microsoft.com/office/drawing/2014/main" id="{C570A10C-EAEE-55A2-1731-05E1D197AF8D}"/>
              </a:ext>
            </a:extLst>
          </p:cNvPr>
          <p:cNvCxnSpPr>
            <a:cxnSpLocks/>
          </p:cNvCxnSpPr>
          <p:nvPr/>
        </p:nvCxnSpPr>
        <p:spPr>
          <a:xfrm>
            <a:off x="578959" y="4106565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06" name="Textfeld 34">
            <a:extLst>
              <a:ext uri="{FF2B5EF4-FFF2-40B4-BE49-F238E27FC236}">
                <a16:creationId xmlns:a16="http://schemas.microsoft.com/office/drawing/2014/main" id="{DEA9E26D-1311-CC36-DB14-C13F0EDC2A99}"/>
              </a:ext>
            </a:extLst>
          </p:cNvPr>
          <p:cNvSpPr txBox="1"/>
          <p:nvPr/>
        </p:nvSpPr>
        <p:spPr>
          <a:xfrm>
            <a:off x="880067" y="3904680"/>
            <a:ext cx="16834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驾驶员</a:t>
            </a:r>
            <a:r>
              <a:rPr lang="en-US" altLang="zh-CN" sz="700" kern="0" dirty="0" err="1">
                <a:solidFill>
                  <a:srgbClr val="E52330"/>
                </a:solidFill>
              </a:rPr>
              <a:t>EHBi</a:t>
            </a:r>
            <a:r>
              <a:rPr lang="en-US" altLang="zh-CN" sz="700" kern="0" dirty="0">
                <a:solidFill>
                  <a:srgbClr val="E52330"/>
                </a:solidFill>
              </a:rPr>
              <a:t>/EMB</a:t>
            </a:r>
            <a:r>
              <a:rPr lang="zh-CN" altLang="en-US" sz="700" kern="0" dirty="0">
                <a:solidFill>
                  <a:srgbClr val="E52330"/>
                </a:solidFill>
              </a:rPr>
              <a:t>制动扭矩请求</a:t>
            </a:r>
            <a:endParaRPr lang="en-US" altLang="zh-CN" sz="700" kern="0" dirty="0">
              <a:solidFill>
                <a:srgbClr val="E52330"/>
              </a:solidFill>
            </a:endParaRPr>
          </a:p>
        </p:txBody>
      </p:sp>
      <p:cxnSp>
        <p:nvCxnSpPr>
          <p:cNvPr id="107" name="Gerader Verbinder 27">
            <a:extLst>
              <a:ext uri="{FF2B5EF4-FFF2-40B4-BE49-F238E27FC236}">
                <a16:creationId xmlns:a16="http://schemas.microsoft.com/office/drawing/2014/main" id="{1B488C3D-C08A-6B64-19B3-759C21074F9B}"/>
              </a:ext>
            </a:extLst>
          </p:cNvPr>
          <p:cNvCxnSpPr>
            <a:cxnSpLocks/>
          </p:cNvCxnSpPr>
          <p:nvPr/>
        </p:nvCxnSpPr>
        <p:spPr>
          <a:xfrm>
            <a:off x="2846959" y="4118924"/>
            <a:ext cx="151377" cy="265103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889D5BE-03F5-3D1A-C628-9ECEDC759975}"/>
              </a:ext>
            </a:extLst>
          </p:cNvPr>
          <p:cNvSpPr/>
          <p:nvPr/>
        </p:nvSpPr>
        <p:spPr>
          <a:xfrm>
            <a:off x="2840246" y="4106566"/>
            <a:ext cx="333632" cy="531341"/>
          </a:xfrm>
          <a:custGeom>
            <a:avLst/>
            <a:gdLst>
              <a:gd name="csX0" fmla="*/ 0 w 333632"/>
              <a:gd name="csY0" fmla="*/ 0 h 531341"/>
              <a:gd name="csX1" fmla="*/ 0 w 333632"/>
              <a:gd name="csY1" fmla="*/ 531341 h 531341"/>
              <a:gd name="csX2" fmla="*/ 333632 w 333632"/>
              <a:gd name="csY2" fmla="*/ 525162 h 531341"/>
              <a:gd name="csX3" fmla="*/ 0 w 333632"/>
              <a:gd name="csY3" fmla="*/ 0 h 531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333632" h="531341">
                <a:moveTo>
                  <a:pt x="0" y="0"/>
                </a:moveTo>
                <a:lnTo>
                  <a:pt x="0" y="531341"/>
                </a:lnTo>
                <a:lnTo>
                  <a:pt x="333632" y="525162"/>
                </a:lnTo>
                <a:lnTo>
                  <a:pt x="0" y="0"/>
                </a:lnTo>
                <a:close/>
              </a:path>
            </a:pathLst>
          </a:custGeom>
          <a:solidFill>
            <a:srgbClr val="FFA8A8">
              <a:alpha val="20000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10" name="Gerader Verbinder 30">
            <a:extLst>
              <a:ext uri="{FF2B5EF4-FFF2-40B4-BE49-F238E27FC236}">
                <a16:creationId xmlns:a16="http://schemas.microsoft.com/office/drawing/2014/main" id="{E96EA75F-AFA3-4B5F-4D34-4B3F1549C47A}"/>
              </a:ext>
            </a:extLst>
          </p:cNvPr>
          <p:cNvCxnSpPr>
            <a:cxnSpLocks/>
          </p:cNvCxnSpPr>
          <p:nvPr/>
        </p:nvCxnSpPr>
        <p:spPr>
          <a:xfrm flipH="1">
            <a:off x="3012270" y="4372236"/>
            <a:ext cx="13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4" name="Gerader Verbinder 27">
            <a:extLst>
              <a:ext uri="{FF2B5EF4-FFF2-40B4-BE49-F238E27FC236}">
                <a16:creationId xmlns:a16="http://schemas.microsoft.com/office/drawing/2014/main" id="{0CEF2A6B-A2C1-F162-67F4-F5A17DC8629A}"/>
              </a:ext>
            </a:extLst>
          </p:cNvPr>
          <p:cNvCxnSpPr>
            <a:cxnSpLocks/>
          </p:cNvCxnSpPr>
          <p:nvPr/>
        </p:nvCxnSpPr>
        <p:spPr>
          <a:xfrm flipV="1">
            <a:off x="3182820" y="2205672"/>
            <a:ext cx="1023830" cy="904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18" name="Gerader Verbinder 27">
            <a:extLst>
              <a:ext uri="{FF2B5EF4-FFF2-40B4-BE49-F238E27FC236}">
                <a16:creationId xmlns:a16="http://schemas.microsoft.com/office/drawing/2014/main" id="{2A92752C-E4C4-B967-6182-B111703F77FB}"/>
              </a:ext>
            </a:extLst>
          </p:cNvPr>
          <p:cNvCxnSpPr>
            <a:cxnSpLocks/>
          </p:cNvCxnSpPr>
          <p:nvPr/>
        </p:nvCxnSpPr>
        <p:spPr>
          <a:xfrm flipV="1">
            <a:off x="4214647" y="1686697"/>
            <a:ext cx="335729" cy="508519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DE98A908-169E-CC39-D6C6-90C13FC547D8}"/>
              </a:ext>
            </a:extLst>
          </p:cNvPr>
          <p:cNvSpPr/>
          <p:nvPr/>
        </p:nvSpPr>
        <p:spPr>
          <a:xfrm>
            <a:off x="4396397" y="1947250"/>
            <a:ext cx="2439490" cy="256460"/>
          </a:xfrm>
          <a:prstGeom prst="rect">
            <a:avLst/>
          </a:prstGeom>
          <a:solidFill>
            <a:srgbClr val="00B0F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127" name="Gerader Verbinder 13">
            <a:extLst>
              <a:ext uri="{FF2B5EF4-FFF2-40B4-BE49-F238E27FC236}">
                <a16:creationId xmlns:a16="http://schemas.microsoft.com/office/drawing/2014/main" id="{408B4273-B5E7-04E1-3856-07244C59E616}"/>
              </a:ext>
            </a:extLst>
          </p:cNvPr>
          <p:cNvCxnSpPr>
            <a:cxnSpLocks/>
          </p:cNvCxnSpPr>
          <p:nvPr/>
        </p:nvCxnSpPr>
        <p:spPr>
          <a:xfrm flipH="1">
            <a:off x="4389001" y="825754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28" name="Gerader Verbinder 30">
            <a:extLst>
              <a:ext uri="{FF2B5EF4-FFF2-40B4-BE49-F238E27FC236}">
                <a16:creationId xmlns:a16="http://schemas.microsoft.com/office/drawing/2014/main" id="{E55B54B6-BB91-EA99-7DB9-A5FD2E37FA82}"/>
              </a:ext>
            </a:extLst>
          </p:cNvPr>
          <p:cNvCxnSpPr>
            <a:cxnSpLocks/>
          </p:cNvCxnSpPr>
          <p:nvPr/>
        </p:nvCxnSpPr>
        <p:spPr>
          <a:xfrm flipH="1" flipV="1">
            <a:off x="4396998" y="3160807"/>
            <a:ext cx="5135" cy="253779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29" name="Gerader Verbinder 26">
            <a:extLst>
              <a:ext uri="{FF2B5EF4-FFF2-40B4-BE49-F238E27FC236}">
                <a16:creationId xmlns:a16="http://schemas.microsoft.com/office/drawing/2014/main" id="{DCE8751C-CD40-E04A-7411-4716AB682029}"/>
              </a:ext>
            </a:extLst>
          </p:cNvPr>
          <p:cNvCxnSpPr>
            <a:cxnSpLocks/>
          </p:cNvCxnSpPr>
          <p:nvPr/>
        </p:nvCxnSpPr>
        <p:spPr>
          <a:xfrm>
            <a:off x="4418295" y="3405728"/>
            <a:ext cx="2431984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30" name="Gerader Verbinder 26">
            <a:extLst>
              <a:ext uri="{FF2B5EF4-FFF2-40B4-BE49-F238E27FC236}">
                <a16:creationId xmlns:a16="http://schemas.microsoft.com/office/drawing/2014/main" id="{7FA48F3E-6F36-2BA1-0892-A59075B56BCC}"/>
              </a:ext>
            </a:extLst>
          </p:cNvPr>
          <p:cNvCxnSpPr>
            <a:cxnSpLocks/>
          </p:cNvCxnSpPr>
          <p:nvPr/>
        </p:nvCxnSpPr>
        <p:spPr>
          <a:xfrm>
            <a:off x="4572000" y="1673074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32" name="Gerade Verbindung mit Pfeil 61">
            <a:extLst>
              <a:ext uri="{FF2B5EF4-FFF2-40B4-BE49-F238E27FC236}">
                <a16:creationId xmlns:a16="http://schemas.microsoft.com/office/drawing/2014/main" id="{3C47DA54-80D9-B5C1-C918-2B0CA332ED19}"/>
              </a:ext>
            </a:extLst>
          </p:cNvPr>
          <p:cNvCxnSpPr>
            <a:cxnSpLocks/>
          </p:cNvCxnSpPr>
          <p:nvPr/>
        </p:nvCxnSpPr>
        <p:spPr>
          <a:xfrm>
            <a:off x="4389001" y="1022647"/>
            <a:ext cx="2376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133" name="Gerader Verbinder 27">
            <a:extLst>
              <a:ext uri="{FF2B5EF4-FFF2-40B4-BE49-F238E27FC236}">
                <a16:creationId xmlns:a16="http://schemas.microsoft.com/office/drawing/2014/main" id="{6950EBDD-9111-2AC3-8F69-22D79F87CEDA}"/>
              </a:ext>
            </a:extLst>
          </p:cNvPr>
          <p:cNvCxnSpPr>
            <a:cxnSpLocks/>
          </p:cNvCxnSpPr>
          <p:nvPr/>
        </p:nvCxnSpPr>
        <p:spPr>
          <a:xfrm flipV="1">
            <a:off x="4380270" y="4106565"/>
            <a:ext cx="162105" cy="277462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35" name="Gerader Verbinder 26">
            <a:extLst>
              <a:ext uri="{FF2B5EF4-FFF2-40B4-BE49-F238E27FC236}">
                <a16:creationId xmlns:a16="http://schemas.microsoft.com/office/drawing/2014/main" id="{E1570B62-7046-4CA3-7E8E-9F5E762FC3F1}"/>
              </a:ext>
            </a:extLst>
          </p:cNvPr>
          <p:cNvCxnSpPr>
            <a:cxnSpLocks/>
          </p:cNvCxnSpPr>
          <p:nvPr/>
        </p:nvCxnSpPr>
        <p:spPr>
          <a:xfrm>
            <a:off x="4572000" y="4109420"/>
            <a:ext cx="2268000" cy="0"/>
          </a:xfrm>
          <a:prstGeom prst="line">
            <a:avLst/>
          </a:prstGeom>
          <a:noFill/>
          <a:ln w="28575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8" name="Textfeld 34">
            <a:extLst>
              <a:ext uri="{FF2B5EF4-FFF2-40B4-BE49-F238E27FC236}">
                <a16:creationId xmlns:a16="http://schemas.microsoft.com/office/drawing/2014/main" id="{C585DDD0-121A-894C-8DAC-45C84FCE82DB}"/>
              </a:ext>
            </a:extLst>
          </p:cNvPr>
          <p:cNvSpPr txBox="1"/>
          <p:nvPr/>
        </p:nvSpPr>
        <p:spPr>
          <a:xfrm>
            <a:off x="819873" y="2056857"/>
            <a:ext cx="1683487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700" kern="0" dirty="0">
                <a:solidFill>
                  <a:schemeClr val="accent5"/>
                </a:solidFill>
              </a:rPr>
              <a:t>50Nm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4423711-CFAE-1472-E9FF-CD6CA47FA62F}"/>
              </a:ext>
            </a:extLst>
          </p:cNvPr>
          <p:cNvSpPr/>
          <p:nvPr/>
        </p:nvSpPr>
        <p:spPr>
          <a:xfrm>
            <a:off x="3100141" y="3280183"/>
            <a:ext cx="1113000" cy="124271"/>
          </a:xfrm>
          <a:prstGeom prst="rect">
            <a:avLst/>
          </a:prstGeom>
          <a:solidFill>
            <a:srgbClr val="00B0F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5D7B015-5070-0440-5584-64190FB539E3}"/>
              </a:ext>
            </a:extLst>
          </p:cNvPr>
          <p:cNvSpPr/>
          <p:nvPr/>
        </p:nvSpPr>
        <p:spPr>
          <a:xfrm>
            <a:off x="3097693" y="3167455"/>
            <a:ext cx="1113000" cy="124271"/>
          </a:xfrm>
          <a:prstGeom prst="rect">
            <a:avLst/>
          </a:prstGeom>
          <a:solidFill>
            <a:srgbClr val="E5233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210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53B4C22-789D-1B1F-EF0C-CEAA54276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C08B1242-598E-164F-431C-CED9C7F94DD1}"/>
              </a:ext>
            </a:extLst>
          </p:cNvPr>
          <p:cNvSpPr/>
          <p:nvPr/>
        </p:nvSpPr>
        <p:spPr>
          <a:xfrm>
            <a:off x="2981771" y="1006194"/>
            <a:ext cx="2673852" cy="1205661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8D96E173-9049-7BA0-F8BD-B3C19BDAA8E7}"/>
              </a:ext>
            </a:extLst>
          </p:cNvPr>
          <p:cNvSpPr/>
          <p:nvPr/>
        </p:nvSpPr>
        <p:spPr>
          <a:xfrm>
            <a:off x="568411" y="1010314"/>
            <a:ext cx="2272648" cy="1201542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A04BE0C8-E4CC-219C-7468-F97DB11F5297}"/>
              </a:ext>
            </a:extLst>
          </p:cNvPr>
          <p:cNvSpPr/>
          <p:nvPr/>
        </p:nvSpPr>
        <p:spPr>
          <a:xfrm>
            <a:off x="6048103" y="993934"/>
            <a:ext cx="248194" cy="1514136"/>
          </a:xfrm>
          <a:custGeom>
            <a:avLst/>
            <a:gdLst>
              <a:gd name="csX0" fmla="*/ 0 w 248194"/>
              <a:gd name="csY0" fmla="*/ 1449977 h 1456509"/>
              <a:gd name="csX1" fmla="*/ 248194 w 248194"/>
              <a:gd name="csY1" fmla="*/ 1456509 h 1456509"/>
              <a:gd name="csX2" fmla="*/ 248194 w 248194"/>
              <a:gd name="csY2" fmla="*/ 0 h 1456509"/>
              <a:gd name="csX3" fmla="*/ 0 w 248194"/>
              <a:gd name="csY3" fmla="*/ 1449977 h 145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8194" h="1456509">
                <a:moveTo>
                  <a:pt x="0" y="1449977"/>
                </a:moveTo>
                <a:lnTo>
                  <a:pt x="248194" y="1456509"/>
                </a:lnTo>
                <a:lnTo>
                  <a:pt x="248194" y="0"/>
                </a:lnTo>
                <a:lnTo>
                  <a:pt x="0" y="1449977"/>
                </a:lnTo>
                <a:close/>
              </a:path>
            </a:pathLst>
          </a:custGeom>
          <a:solidFill>
            <a:srgbClr val="FFA8A8">
              <a:alpha val="3607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7B411E3-5288-8D54-59B0-7A96A5DF4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dirty="0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9D80B21-980B-9567-232C-937706FF8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7254456-057B-36A1-A6BE-E73AE689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16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707AB70-71DC-4CF9-696C-1040EBB50C94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45809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21314BB2-A99C-72C4-EC96-0AD015CB268E}"/>
              </a:ext>
            </a:extLst>
          </p:cNvPr>
          <p:cNvCxnSpPr>
            <a:cxnSpLocks/>
          </p:cNvCxnSpPr>
          <p:nvPr/>
        </p:nvCxnSpPr>
        <p:spPr>
          <a:xfrm flipH="1">
            <a:off x="590035" y="2211855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7E6E57C1-2CD6-A9AD-755C-009A1575522A}"/>
              </a:ext>
            </a:extLst>
          </p:cNvPr>
          <p:cNvSpPr txBox="1"/>
          <p:nvPr/>
        </p:nvSpPr>
        <p:spPr>
          <a:xfrm rot="16200000">
            <a:off x="-296636" y="1449006"/>
            <a:ext cx="124072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 err="1">
                <a:solidFill>
                  <a:srgbClr val="000000"/>
                </a:solidFill>
              </a:rPr>
              <a:t>EHBi</a:t>
            </a:r>
            <a:r>
              <a:rPr lang="en-US" altLang="zh-CN" sz="1000" kern="0" dirty="0">
                <a:solidFill>
                  <a:srgbClr val="000000"/>
                </a:solidFill>
              </a:rPr>
              <a:t>/EMB </a:t>
            </a:r>
            <a:r>
              <a:rPr lang="zh-CN" altLang="en-US" sz="1000" kern="0" dirty="0">
                <a:solidFill>
                  <a:srgbClr val="000000"/>
                </a:solidFill>
              </a:rPr>
              <a:t>驾驶员踏板</a:t>
            </a:r>
            <a:endParaRPr lang="en-US" altLang="zh-CN" sz="1000" kern="0" dirty="0">
              <a:solidFill>
                <a:srgbClr val="000000"/>
              </a:solidFill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7B685E8-9FB1-D437-9E2A-5F46233AAED1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609A5B52-3DBE-694C-2616-0661ABE241D1}"/>
              </a:ext>
            </a:extLst>
          </p:cNvPr>
          <p:cNvCxnSpPr>
            <a:cxnSpLocks/>
          </p:cNvCxnSpPr>
          <p:nvPr/>
        </p:nvCxnSpPr>
        <p:spPr>
          <a:xfrm flipH="1">
            <a:off x="2971799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71F92E59-5E94-563C-A97B-553B1D8FF447}"/>
              </a:ext>
            </a:extLst>
          </p:cNvPr>
          <p:cNvCxnSpPr>
            <a:cxnSpLocks/>
          </p:cNvCxnSpPr>
          <p:nvPr/>
        </p:nvCxnSpPr>
        <p:spPr>
          <a:xfrm>
            <a:off x="5656196" y="675354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FEBD6D2D-5E84-136B-B4CF-3F086EB093A2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41909D8F-3FBA-5CCA-E7AC-A2B9FE027D60}"/>
              </a:ext>
            </a:extLst>
          </p:cNvPr>
          <p:cNvSpPr txBox="1"/>
          <p:nvPr/>
        </p:nvSpPr>
        <p:spPr>
          <a:xfrm rot="16200000">
            <a:off x="-145349" y="4055072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67E4C554-B1DD-DE44-1000-1A769262C062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F9EBF6B8-2A52-8F02-A494-D9BA6EBCF079}"/>
              </a:ext>
            </a:extLst>
          </p:cNvPr>
          <p:cNvCxnSpPr>
            <a:cxnSpLocks/>
          </p:cNvCxnSpPr>
          <p:nvPr/>
        </p:nvCxnSpPr>
        <p:spPr>
          <a:xfrm>
            <a:off x="568410" y="1686697"/>
            <a:ext cx="2268000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DF868710-CF32-229E-92E9-07D344DBB179}"/>
              </a:ext>
            </a:extLst>
          </p:cNvPr>
          <p:cNvCxnSpPr>
            <a:cxnSpLocks/>
          </p:cNvCxnSpPr>
          <p:nvPr/>
        </p:nvCxnSpPr>
        <p:spPr>
          <a:xfrm flipH="1">
            <a:off x="5652689" y="993934"/>
            <a:ext cx="248194" cy="1217922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8EDAA614-DED4-E59C-E4BC-13FEDC33F25A}"/>
              </a:ext>
            </a:extLst>
          </p:cNvPr>
          <p:cNvSpPr txBox="1"/>
          <p:nvPr/>
        </p:nvSpPr>
        <p:spPr>
          <a:xfrm>
            <a:off x="972039" y="1477633"/>
            <a:ext cx="1339068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驾驶员</a:t>
            </a:r>
            <a:r>
              <a:rPr lang="en-US" altLang="zh-CN" sz="700" kern="0" dirty="0" err="1">
                <a:solidFill>
                  <a:srgbClr val="E52330"/>
                </a:solidFill>
              </a:rPr>
              <a:t>EHBi</a:t>
            </a:r>
            <a:r>
              <a:rPr lang="en-US" altLang="zh-CN" sz="700" kern="0" dirty="0">
                <a:solidFill>
                  <a:srgbClr val="E52330"/>
                </a:solidFill>
              </a:rPr>
              <a:t>/EMB</a:t>
            </a:r>
            <a:r>
              <a:rPr lang="zh-CN" altLang="en-US" sz="700" kern="0" dirty="0">
                <a:solidFill>
                  <a:srgbClr val="E52330"/>
                </a:solidFill>
              </a:rPr>
              <a:t>制动扭矩请求</a:t>
            </a:r>
            <a:endParaRPr lang="en-US" altLang="zh-CN" sz="700" kern="0" dirty="0">
              <a:solidFill>
                <a:srgbClr val="E52330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CF020F1C-2167-146F-2E48-CB2E6DC910CF}"/>
              </a:ext>
            </a:extLst>
          </p:cNvPr>
          <p:cNvCxnSpPr>
            <a:cxnSpLocks/>
          </p:cNvCxnSpPr>
          <p:nvPr/>
        </p:nvCxnSpPr>
        <p:spPr>
          <a:xfrm>
            <a:off x="566352" y="2316897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11BD3B1-2301-3672-F1A3-D3284125F468}"/>
              </a:ext>
            </a:extLst>
          </p:cNvPr>
          <p:cNvCxnSpPr>
            <a:cxnSpLocks/>
          </p:cNvCxnSpPr>
          <p:nvPr/>
        </p:nvCxnSpPr>
        <p:spPr>
          <a:xfrm flipH="1">
            <a:off x="568411" y="3404288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A69E35E5-3427-8C6A-4D34-C34170D6973C}"/>
              </a:ext>
            </a:extLst>
          </p:cNvPr>
          <p:cNvCxnSpPr>
            <a:cxnSpLocks/>
          </p:cNvCxnSpPr>
          <p:nvPr/>
        </p:nvCxnSpPr>
        <p:spPr>
          <a:xfrm flipV="1">
            <a:off x="5823123" y="3400817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BA97AA3B-03DC-083E-509D-D6B42B8C4B70}"/>
              </a:ext>
            </a:extLst>
          </p:cNvPr>
          <p:cNvSpPr txBox="1"/>
          <p:nvPr/>
        </p:nvSpPr>
        <p:spPr>
          <a:xfrm>
            <a:off x="932386" y="718461"/>
            <a:ext cx="1070806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0E6B9C68-8F66-E04B-696F-AE3554646F26}"/>
              </a:ext>
            </a:extLst>
          </p:cNvPr>
          <p:cNvSpPr txBox="1"/>
          <p:nvPr/>
        </p:nvSpPr>
        <p:spPr>
          <a:xfrm>
            <a:off x="3566934" y="675354"/>
            <a:ext cx="916918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HDC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A0E3A7AF-B922-2BD7-46F0-0BCC470C05D0}"/>
              </a:ext>
            </a:extLst>
          </p:cNvPr>
          <p:cNvSpPr txBox="1"/>
          <p:nvPr/>
        </p:nvSpPr>
        <p:spPr>
          <a:xfrm>
            <a:off x="6047295" y="65130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52A53AA0-E5C0-FB20-74FF-EB4956F2D1D1}"/>
              </a:ext>
            </a:extLst>
          </p:cNvPr>
          <p:cNvSpPr/>
          <p:nvPr/>
        </p:nvSpPr>
        <p:spPr>
          <a:xfrm>
            <a:off x="6891655" y="1051915"/>
            <a:ext cx="2168919" cy="1332932"/>
          </a:xfrm>
          <a:prstGeom prst="wedgeRectCallout">
            <a:avLst>
              <a:gd name="adj1" fmla="val -82015"/>
              <a:gd name="adj2" fmla="val 40108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CST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功能负责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ramp up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机械扭矩到驾驶员目标值：</a:t>
            </a:r>
            <a:endParaRPr lang="en-US" altLang="zh-CN" sz="1200" kern="0" dirty="0">
              <a:latin typeface="Tahoma"/>
              <a:cs typeface="Tahoma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=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+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这个信号无需新增，会按照</a:t>
            </a:r>
            <a:r>
              <a:rPr lang="en-US" altLang="zh-CN" sz="800" kern="0" dirty="0">
                <a:solidFill>
                  <a:srgbClr val="000000"/>
                </a:solidFill>
              </a:rPr>
              <a:t>3500Nm/s </a:t>
            </a:r>
            <a:r>
              <a:rPr lang="zh-CN" altLang="en-US" sz="800" kern="0" dirty="0">
                <a:solidFill>
                  <a:srgbClr val="000000"/>
                </a:solidFill>
              </a:rPr>
              <a:t>的斜率发送这个值给制动。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993E78B1-75AD-EB0F-AEB5-0C2CB4FB1C97}"/>
              </a:ext>
            </a:extLst>
          </p:cNvPr>
          <p:cNvCxnSpPr>
            <a:cxnSpLocks/>
          </p:cNvCxnSpPr>
          <p:nvPr/>
        </p:nvCxnSpPr>
        <p:spPr>
          <a:xfrm>
            <a:off x="2998336" y="909831"/>
            <a:ext cx="2784237" cy="2074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79651E80-4804-074A-57A1-253AEC027483}"/>
              </a:ext>
            </a:extLst>
          </p:cNvPr>
          <p:cNvCxnSpPr>
            <a:cxnSpLocks/>
          </p:cNvCxnSpPr>
          <p:nvPr/>
        </p:nvCxnSpPr>
        <p:spPr>
          <a:xfrm>
            <a:off x="5656200" y="860020"/>
            <a:ext cx="2703559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00F260A4-33D9-FACA-C0CC-1EBFE795948C}"/>
              </a:ext>
            </a:extLst>
          </p:cNvPr>
          <p:cNvCxnSpPr>
            <a:cxnSpLocks/>
          </p:cNvCxnSpPr>
          <p:nvPr/>
        </p:nvCxnSpPr>
        <p:spPr>
          <a:xfrm>
            <a:off x="597300" y="911905"/>
            <a:ext cx="2376000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F0A39570-8E02-167F-15CE-B47BE22A7476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82D99A6-AC2E-57E9-01DC-79AAFFBA3051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7070A12-117A-E3D6-D48B-B3A58E236A3D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044C592B-E163-A0FE-68FF-9A55281A3251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15E4D902-CB2A-1AFF-44B0-3BCDE27054BF}"/>
              </a:ext>
            </a:extLst>
          </p:cNvPr>
          <p:cNvCxnSpPr>
            <a:cxnSpLocks/>
          </p:cNvCxnSpPr>
          <p:nvPr/>
        </p:nvCxnSpPr>
        <p:spPr>
          <a:xfrm flipH="1">
            <a:off x="2971799" y="2324032"/>
            <a:ext cx="270493" cy="1080256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1" name="Gerader Verbinder 26">
            <a:extLst>
              <a:ext uri="{FF2B5EF4-FFF2-40B4-BE49-F238E27FC236}">
                <a16:creationId xmlns:a16="http://schemas.microsoft.com/office/drawing/2014/main" id="{EF08F076-44B6-24A3-040A-4995B84E0C86}"/>
              </a:ext>
            </a:extLst>
          </p:cNvPr>
          <p:cNvCxnSpPr/>
          <p:nvPr/>
        </p:nvCxnSpPr>
        <p:spPr>
          <a:xfrm>
            <a:off x="6295097" y="993934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0" name="Gerader Verbinder 27">
            <a:extLst>
              <a:ext uri="{FF2B5EF4-FFF2-40B4-BE49-F238E27FC236}">
                <a16:creationId xmlns:a16="http://schemas.microsoft.com/office/drawing/2014/main" id="{6E89D462-E98F-F4B2-781D-C297C4B6C1B1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392238" cy="525159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75" name="Textfeld 10">
            <a:extLst>
              <a:ext uri="{FF2B5EF4-FFF2-40B4-BE49-F238E27FC236}">
                <a16:creationId xmlns:a16="http://schemas.microsoft.com/office/drawing/2014/main" id="{324DB81A-FA43-434E-9DF5-304D76E81B29}"/>
              </a:ext>
            </a:extLst>
          </p:cNvPr>
          <p:cNvSpPr txBox="1"/>
          <p:nvPr/>
        </p:nvSpPr>
        <p:spPr>
          <a:xfrm rot="16200000">
            <a:off x="-93026" y="2710301"/>
            <a:ext cx="870127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kern="0" dirty="0">
                <a:solidFill>
                  <a:srgbClr val="000000"/>
                </a:solidFill>
              </a:rPr>
              <a:t>VMC HDC </a:t>
            </a:r>
            <a:r>
              <a:rPr lang="zh-CN" altLang="en-US" sz="1000" kern="0" dirty="0">
                <a:solidFill>
                  <a:srgbClr val="000000"/>
                </a:solidFill>
              </a:rPr>
              <a:t>请求扭矩</a:t>
            </a:r>
            <a:endParaRPr kumimoji="0" lang="de-DE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78" name="Gerader Verbinder 26">
            <a:extLst>
              <a:ext uri="{FF2B5EF4-FFF2-40B4-BE49-F238E27FC236}">
                <a16:creationId xmlns:a16="http://schemas.microsoft.com/office/drawing/2014/main" id="{7DC2F2DC-F85A-0705-99A7-B09AD195ECBD}"/>
              </a:ext>
            </a:extLst>
          </p:cNvPr>
          <p:cNvCxnSpPr>
            <a:cxnSpLocks/>
          </p:cNvCxnSpPr>
          <p:nvPr/>
        </p:nvCxnSpPr>
        <p:spPr>
          <a:xfrm>
            <a:off x="566352" y="3409844"/>
            <a:ext cx="2431984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335461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3C0DFB-9CA9-5616-D44F-38C3EAFA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矩形 55">
            <a:extLst>
              <a:ext uri="{FF2B5EF4-FFF2-40B4-BE49-F238E27FC236}">
                <a16:creationId xmlns:a16="http://schemas.microsoft.com/office/drawing/2014/main" id="{EEA8CED4-E3DD-B92F-B464-1F619AE4D559}"/>
              </a:ext>
            </a:extLst>
          </p:cNvPr>
          <p:cNvSpPr/>
          <p:nvPr/>
        </p:nvSpPr>
        <p:spPr>
          <a:xfrm>
            <a:off x="2869874" y="1006194"/>
            <a:ext cx="2785749" cy="1498100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1BBB57F-F18C-6CF8-16EB-C6570C2D57FD}"/>
              </a:ext>
            </a:extLst>
          </p:cNvPr>
          <p:cNvSpPr/>
          <p:nvPr/>
        </p:nvSpPr>
        <p:spPr>
          <a:xfrm>
            <a:off x="568411" y="1010313"/>
            <a:ext cx="2272648" cy="1491923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8" name="任意多边形: 形状 67">
            <a:extLst>
              <a:ext uri="{FF2B5EF4-FFF2-40B4-BE49-F238E27FC236}">
                <a16:creationId xmlns:a16="http://schemas.microsoft.com/office/drawing/2014/main" id="{517BC608-4507-DFF6-85AB-575D7867D4EE}"/>
              </a:ext>
            </a:extLst>
          </p:cNvPr>
          <p:cNvSpPr/>
          <p:nvPr/>
        </p:nvSpPr>
        <p:spPr>
          <a:xfrm>
            <a:off x="6048103" y="993934"/>
            <a:ext cx="248194" cy="1514136"/>
          </a:xfrm>
          <a:custGeom>
            <a:avLst/>
            <a:gdLst>
              <a:gd name="csX0" fmla="*/ 0 w 248194"/>
              <a:gd name="csY0" fmla="*/ 1449977 h 1456509"/>
              <a:gd name="csX1" fmla="*/ 248194 w 248194"/>
              <a:gd name="csY1" fmla="*/ 1456509 h 1456509"/>
              <a:gd name="csX2" fmla="*/ 248194 w 248194"/>
              <a:gd name="csY2" fmla="*/ 0 h 1456509"/>
              <a:gd name="csX3" fmla="*/ 0 w 248194"/>
              <a:gd name="csY3" fmla="*/ 1449977 h 14565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48194" h="1456509">
                <a:moveTo>
                  <a:pt x="0" y="1449977"/>
                </a:moveTo>
                <a:lnTo>
                  <a:pt x="248194" y="1456509"/>
                </a:lnTo>
                <a:lnTo>
                  <a:pt x="248194" y="0"/>
                </a:lnTo>
                <a:lnTo>
                  <a:pt x="0" y="1449977"/>
                </a:lnTo>
                <a:close/>
              </a:path>
            </a:pathLst>
          </a:custGeom>
          <a:solidFill>
            <a:srgbClr val="FFA8A8">
              <a:alpha val="3607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BC1C6E3-5C2A-B7FB-59DA-E411E7CA2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normal </a:t>
            </a:r>
            <a:r>
              <a:rPr lang="en-US" altLang="zh-CN" dirty="0" err="1"/>
              <a:t>hdc</a:t>
            </a:r>
            <a:r>
              <a:rPr lang="de-DE" dirty="0"/>
              <a:t> Scenario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FBB6D89-E685-E54A-80CF-125D7F9C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7E22686-D290-13D0-4FB1-A94846415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839375-43AA-4A5D-B991-4343C4570BCB}" type="slidenum">
              <a:rPr lang="de-DE" smtClean="0"/>
              <a:t>17</a:t>
            </a:fld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43AC46CE-2A86-9B19-0002-4463D40F6FFC}"/>
              </a:ext>
            </a:extLst>
          </p:cNvPr>
          <p:cNvCxnSpPr>
            <a:cxnSpLocks/>
          </p:cNvCxnSpPr>
          <p:nvPr/>
        </p:nvCxnSpPr>
        <p:spPr>
          <a:xfrm>
            <a:off x="568411" y="753761"/>
            <a:ext cx="0" cy="1760838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681175E8-A090-81BC-E46C-FF9B21B0E486}"/>
              </a:ext>
            </a:extLst>
          </p:cNvPr>
          <p:cNvCxnSpPr>
            <a:cxnSpLocks/>
          </p:cNvCxnSpPr>
          <p:nvPr/>
        </p:nvCxnSpPr>
        <p:spPr>
          <a:xfrm flipH="1">
            <a:off x="568411" y="2508417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89196BDE-824B-BBBC-AF18-A432A3AC1F59}"/>
              </a:ext>
            </a:extLst>
          </p:cNvPr>
          <p:cNvSpPr txBox="1"/>
          <p:nvPr/>
        </p:nvSpPr>
        <p:spPr>
          <a:xfrm rot="16200000">
            <a:off x="208235" y="1752342"/>
            <a:ext cx="307777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</a:rPr>
              <a:t>扭矩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163C200-BAFD-10D9-3A19-3E732DF67DB2}"/>
              </a:ext>
            </a:extLst>
          </p:cNvPr>
          <p:cNvSpPr txBox="1"/>
          <p:nvPr/>
        </p:nvSpPr>
        <p:spPr>
          <a:xfrm>
            <a:off x="3884328" y="4631724"/>
            <a:ext cx="298159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200" kern="0" dirty="0">
                <a:solidFill>
                  <a:srgbClr val="000000"/>
                </a:solidFill>
              </a:rPr>
              <a:t>time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27AED88-E635-619E-B1B0-5EDE40AE15E1}"/>
              </a:ext>
            </a:extLst>
          </p:cNvPr>
          <p:cNvCxnSpPr>
            <a:cxnSpLocks/>
          </p:cNvCxnSpPr>
          <p:nvPr/>
        </p:nvCxnSpPr>
        <p:spPr>
          <a:xfrm flipH="1">
            <a:off x="2842053" y="753761"/>
            <a:ext cx="7997" cy="3855309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710520F-ED5F-BCA2-0E7A-6FD38AEA1911}"/>
              </a:ext>
            </a:extLst>
          </p:cNvPr>
          <p:cNvCxnSpPr>
            <a:cxnSpLocks/>
          </p:cNvCxnSpPr>
          <p:nvPr/>
        </p:nvCxnSpPr>
        <p:spPr>
          <a:xfrm>
            <a:off x="5823119" y="675354"/>
            <a:ext cx="4" cy="3939895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E5BB561-9EC4-DAA3-AFE4-CFB21511ACF4}"/>
              </a:ext>
            </a:extLst>
          </p:cNvPr>
          <p:cNvCxnSpPr>
            <a:cxnSpLocks/>
          </p:cNvCxnSpPr>
          <p:nvPr/>
        </p:nvCxnSpPr>
        <p:spPr>
          <a:xfrm>
            <a:off x="568411" y="4046152"/>
            <a:ext cx="0" cy="58145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8" name="Textfeld 17">
            <a:extLst>
              <a:ext uri="{FF2B5EF4-FFF2-40B4-BE49-F238E27FC236}">
                <a16:creationId xmlns:a16="http://schemas.microsoft.com/office/drawing/2014/main" id="{08A38FE6-12BD-CC4A-B8DF-C6220D357EF0}"/>
              </a:ext>
            </a:extLst>
          </p:cNvPr>
          <p:cNvSpPr txBox="1"/>
          <p:nvPr/>
        </p:nvSpPr>
        <p:spPr>
          <a:xfrm rot="16200000">
            <a:off x="-101994" y="415514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B050"/>
                </a:solidFill>
              </a:rPr>
              <a:t>电机请求模式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</a:endParaRP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59E06BDA-4244-7535-A360-4EE27844FE86}"/>
              </a:ext>
            </a:extLst>
          </p:cNvPr>
          <p:cNvCxnSpPr>
            <a:cxnSpLocks/>
          </p:cNvCxnSpPr>
          <p:nvPr/>
        </p:nvCxnSpPr>
        <p:spPr>
          <a:xfrm flipH="1">
            <a:off x="568411" y="4625543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DC2BB537-2F6D-D9FC-A049-6B4FC2198B76}"/>
              </a:ext>
            </a:extLst>
          </p:cNvPr>
          <p:cNvCxnSpPr/>
          <p:nvPr/>
        </p:nvCxnSpPr>
        <p:spPr>
          <a:xfrm>
            <a:off x="568411" y="1686697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0EB5A14-798F-C1F3-D08B-A803BF82A9AF}"/>
              </a:ext>
            </a:extLst>
          </p:cNvPr>
          <p:cNvCxnSpPr>
            <a:cxnSpLocks/>
          </p:cNvCxnSpPr>
          <p:nvPr/>
        </p:nvCxnSpPr>
        <p:spPr>
          <a:xfrm>
            <a:off x="2850050" y="1686697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A858012F-F2C4-444F-E71C-039F021A571C}"/>
              </a:ext>
            </a:extLst>
          </p:cNvPr>
          <p:cNvCxnSpPr>
            <a:cxnSpLocks/>
            <a:stCxn id="68" idx="2"/>
          </p:cNvCxnSpPr>
          <p:nvPr/>
        </p:nvCxnSpPr>
        <p:spPr>
          <a:xfrm flipH="1">
            <a:off x="6051065" y="993934"/>
            <a:ext cx="245232" cy="1514964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33" name="Gerader Verbinder 32">
            <a:extLst>
              <a:ext uri="{FF2B5EF4-FFF2-40B4-BE49-F238E27FC236}">
                <a16:creationId xmlns:a16="http://schemas.microsoft.com/office/drawing/2014/main" id="{77A57415-533D-3DFA-D460-D01BD07EC025}"/>
              </a:ext>
            </a:extLst>
          </p:cNvPr>
          <p:cNvCxnSpPr>
            <a:cxnSpLocks/>
          </p:cNvCxnSpPr>
          <p:nvPr/>
        </p:nvCxnSpPr>
        <p:spPr>
          <a:xfrm>
            <a:off x="3064476" y="2508898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35" name="Textfeld 34">
            <a:extLst>
              <a:ext uri="{FF2B5EF4-FFF2-40B4-BE49-F238E27FC236}">
                <a16:creationId xmlns:a16="http://schemas.microsoft.com/office/drawing/2014/main" id="{3F892358-3E81-C94D-EAD1-418E55716B64}"/>
              </a:ext>
            </a:extLst>
          </p:cNvPr>
          <p:cNvSpPr txBox="1"/>
          <p:nvPr/>
        </p:nvSpPr>
        <p:spPr>
          <a:xfrm>
            <a:off x="983758" y="1223755"/>
            <a:ext cx="1339068" cy="3231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E52330"/>
                </a:solidFill>
              </a:rPr>
              <a:t>机械制动扭矩请求</a:t>
            </a:r>
            <a:endParaRPr lang="en-US" altLang="zh-CN" sz="700" kern="0" dirty="0">
              <a:solidFill>
                <a:srgbClr val="E5233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000000"/>
                </a:solidFill>
              </a:rPr>
              <a:t> +</a:t>
            </a: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700" kern="0" dirty="0">
              <a:solidFill>
                <a:srgbClr val="000000"/>
              </a:solidFill>
            </a:endParaRPr>
          </a:p>
        </p:txBody>
      </p:sp>
      <p:cxnSp>
        <p:nvCxnSpPr>
          <p:cNvPr id="37" name="Gerader Verbinder 36">
            <a:extLst>
              <a:ext uri="{FF2B5EF4-FFF2-40B4-BE49-F238E27FC236}">
                <a16:creationId xmlns:a16="http://schemas.microsoft.com/office/drawing/2014/main" id="{E19A8ABD-067D-CB4F-4DED-E5BF8F6DC552}"/>
              </a:ext>
            </a:extLst>
          </p:cNvPr>
          <p:cNvCxnSpPr>
            <a:cxnSpLocks/>
          </p:cNvCxnSpPr>
          <p:nvPr/>
        </p:nvCxnSpPr>
        <p:spPr>
          <a:xfrm>
            <a:off x="566352" y="2631989"/>
            <a:ext cx="0" cy="10873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171D3999-6C99-165F-A8E5-80F5DB8D9362}"/>
              </a:ext>
            </a:extLst>
          </p:cNvPr>
          <p:cNvCxnSpPr>
            <a:cxnSpLocks/>
          </p:cNvCxnSpPr>
          <p:nvPr/>
        </p:nvCxnSpPr>
        <p:spPr>
          <a:xfrm flipH="1">
            <a:off x="568411" y="3719380"/>
            <a:ext cx="7963930" cy="0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40" name="Textfeld 39">
            <a:extLst>
              <a:ext uri="{FF2B5EF4-FFF2-40B4-BE49-F238E27FC236}">
                <a16:creationId xmlns:a16="http://schemas.microsoft.com/office/drawing/2014/main" id="{82C9B904-6BD3-06A0-B516-43B295F2AD13}"/>
              </a:ext>
            </a:extLst>
          </p:cNvPr>
          <p:cNvSpPr txBox="1"/>
          <p:nvPr/>
        </p:nvSpPr>
        <p:spPr>
          <a:xfrm rot="16200000">
            <a:off x="-371689" y="2917823"/>
            <a:ext cx="14057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/>
              <a:t>VMC</a:t>
            </a:r>
            <a:r>
              <a:rPr lang="zh-CN" altLang="en-US" sz="1200" kern="0" dirty="0"/>
              <a:t> 制动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扭矩请求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48DABF3D-6BED-C361-1D0B-E65C4771B6D8}"/>
              </a:ext>
            </a:extLst>
          </p:cNvPr>
          <p:cNvCxnSpPr/>
          <p:nvPr/>
        </p:nvCxnSpPr>
        <p:spPr>
          <a:xfrm>
            <a:off x="568411" y="1952368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43" name="Gerader Verbinder 42">
            <a:extLst>
              <a:ext uri="{FF2B5EF4-FFF2-40B4-BE49-F238E27FC236}">
                <a16:creationId xmlns:a16="http://schemas.microsoft.com/office/drawing/2014/main" id="{07AF1991-7F26-E38B-A784-06AE735047D6}"/>
              </a:ext>
            </a:extLst>
          </p:cNvPr>
          <p:cNvCxnSpPr/>
          <p:nvPr/>
        </p:nvCxnSpPr>
        <p:spPr>
          <a:xfrm>
            <a:off x="566352" y="2209801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6" name="Textfeld 45">
            <a:extLst>
              <a:ext uri="{FF2B5EF4-FFF2-40B4-BE49-F238E27FC236}">
                <a16:creationId xmlns:a16="http://schemas.microsoft.com/office/drawing/2014/main" id="{847BDFA8-298B-D7E3-D61E-35CB2F920C16}"/>
              </a:ext>
            </a:extLst>
          </p:cNvPr>
          <p:cNvSpPr txBox="1"/>
          <p:nvPr/>
        </p:nvSpPr>
        <p:spPr>
          <a:xfrm>
            <a:off x="776459" y="1801527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2EBEEF"/>
                </a:solidFill>
              </a:rPr>
              <a:t>电制动扭矩请求前轴</a:t>
            </a:r>
            <a:endParaRPr kumimoji="0" lang="de-DE" sz="700" b="0" i="0" u="none" strike="noStrike" kern="0" cap="none" spc="0" normalizeH="0" baseline="0" noProof="0" dirty="0">
              <a:ln>
                <a:noFill/>
              </a:ln>
              <a:solidFill>
                <a:srgbClr val="2EBEEF"/>
              </a:solidFill>
              <a:effectLst/>
              <a:uLnTx/>
              <a:uFillTx/>
            </a:endParaRPr>
          </a:p>
        </p:txBody>
      </p:sp>
      <p:sp>
        <p:nvSpPr>
          <p:cNvPr id="47" name="Textfeld 46">
            <a:extLst>
              <a:ext uri="{FF2B5EF4-FFF2-40B4-BE49-F238E27FC236}">
                <a16:creationId xmlns:a16="http://schemas.microsoft.com/office/drawing/2014/main" id="{8DB79226-0C11-5C23-9A21-214207783666}"/>
              </a:ext>
            </a:extLst>
          </p:cNvPr>
          <p:cNvSpPr txBox="1"/>
          <p:nvPr/>
        </p:nvSpPr>
        <p:spPr>
          <a:xfrm>
            <a:off x="784043" y="2071068"/>
            <a:ext cx="807913" cy="10772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700" kern="0" dirty="0">
                <a:solidFill>
                  <a:srgbClr val="00265F"/>
                </a:solidFill>
              </a:rPr>
              <a:t>电制动扭矩请求后轴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7B3FB08C-BCB1-F47A-708B-BF6B63C1E335}"/>
              </a:ext>
            </a:extLst>
          </p:cNvPr>
          <p:cNvCxnSpPr>
            <a:cxnSpLocks/>
          </p:cNvCxnSpPr>
          <p:nvPr/>
        </p:nvCxnSpPr>
        <p:spPr>
          <a:xfrm flipV="1">
            <a:off x="2839994" y="1217141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07E14F49-9806-05B6-781E-B625C2EC8869}"/>
              </a:ext>
            </a:extLst>
          </p:cNvPr>
          <p:cNvCxnSpPr>
            <a:cxnSpLocks/>
          </p:cNvCxnSpPr>
          <p:nvPr/>
        </p:nvCxnSpPr>
        <p:spPr>
          <a:xfrm>
            <a:off x="3064476" y="1208904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72009232-C575-0277-5DD6-752BB5AE58E4}"/>
              </a:ext>
            </a:extLst>
          </p:cNvPr>
          <p:cNvCxnSpPr>
            <a:cxnSpLocks/>
          </p:cNvCxnSpPr>
          <p:nvPr/>
        </p:nvCxnSpPr>
        <p:spPr>
          <a:xfrm>
            <a:off x="2839994" y="1952368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AD8FD8E9-AAAA-EBA9-5B46-BA37FA1294AC}"/>
              </a:ext>
            </a:extLst>
          </p:cNvPr>
          <p:cNvCxnSpPr>
            <a:cxnSpLocks/>
          </p:cNvCxnSpPr>
          <p:nvPr/>
        </p:nvCxnSpPr>
        <p:spPr>
          <a:xfrm>
            <a:off x="3064476" y="2209801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2EF393BA-C4E9-9E5A-DC6D-BA826AB5AB18}"/>
              </a:ext>
            </a:extLst>
          </p:cNvPr>
          <p:cNvSpPr/>
          <p:nvPr/>
        </p:nvSpPr>
        <p:spPr>
          <a:xfrm rot="10800000">
            <a:off x="5659393" y="-49429"/>
            <a:ext cx="327453" cy="2543627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Bogen 25">
            <a:extLst>
              <a:ext uri="{FF2B5EF4-FFF2-40B4-BE49-F238E27FC236}">
                <a16:creationId xmlns:a16="http://schemas.microsoft.com/office/drawing/2014/main" id="{B3DEC69C-FAB7-5A8F-5965-D64BC2D7AD04}"/>
              </a:ext>
            </a:extLst>
          </p:cNvPr>
          <p:cNvSpPr/>
          <p:nvPr/>
        </p:nvSpPr>
        <p:spPr>
          <a:xfrm rot="10800000">
            <a:off x="5638793" y="1928336"/>
            <a:ext cx="440717" cy="575447"/>
          </a:xfrm>
          <a:prstGeom prst="arc">
            <a:avLst/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368CDF91-612B-C221-8D0C-092C2E407C58}"/>
              </a:ext>
            </a:extLst>
          </p:cNvPr>
          <p:cNvCxnSpPr>
            <a:cxnSpLocks/>
          </p:cNvCxnSpPr>
          <p:nvPr/>
        </p:nvCxnSpPr>
        <p:spPr>
          <a:xfrm flipV="1">
            <a:off x="5823123" y="3715909"/>
            <a:ext cx="227942" cy="3471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sp>
        <p:nvSpPr>
          <p:cNvPr id="41" name="Textfeld 40">
            <a:extLst>
              <a:ext uri="{FF2B5EF4-FFF2-40B4-BE49-F238E27FC236}">
                <a16:creationId xmlns:a16="http://schemas.microsoft.com/office/drawing/2014/main" id="{58F3688B-1B55-8234-0007-D4F7CA1C71BE}"/>
              </a:ext>
            </a:extLst>
          </p:cNvPr>
          <p:cNvSpPr txBox="1"/>
          <p:nvPr/>
        </p:nvSpPr>
        <p:spPr>
          <a:xfrm>
            <a:off x="932386" y="718461"/>
            <a:ext cx="103714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功能未激活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C798F56B-A82A-B565-54CE-5517A6975D24}"/>
              </a:ext>
            </a:extLst>
          </p:cNvPr>
          <p:cNvSpPr txBox="1"/>
          <p:nvPr/>
        </p:nvSpPr>
        <p:spPr>
          <a:xfrm>
            <a:off x="3566934" y="675354"/>
            <a:ext cx="883255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CST</a:t>
            </a: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功能激活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DEB3A305-ED5D-AB88-AEDA-4DD478175266}"/>
              </a:ext>
            </a:extLst>
          </p:cNvPr>
          <p:cNvSpPr txBox="1"/>
          <p:nvPr/>
        </p:nvSpPr>
        <p:spPr>
          <a:xfrm>
            <a:off x="6047295" y="651304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1200" kern="0" dirty="0">
                <a:solidFill>
                  <a:srgbClr val="000000"/>
                </a:solidFill>
                <a:highlight>
                  <a:srgbClr val="FFFF00"/>
                </a:highlight>
              </a:rPr>
              <a:t>车辆静止停车</a:t>
            </a:r>
            <a:endParaRPr kumimoji="0" lang="de-DE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</a:endParaRP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90996DB2-6ADC-B1DE-AD4E-8BF0D1397F1B}"/>
              </a:ext>
            </a:extLst>
          </p:cNvPr>
          <p:cNvCxnSpPr>
            <a:cxnSpLocks/>
          </p:cNvCxnSpPr>
          <p:nvPr/>
        </p:nvCxnSpPr>
        <p:spPr>
          <a:xfrm>
            <a:off x="6047295" y="1064040"/>
            <a:ext cx="0" cy="3567684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sp>
        <p:nvSpPr>
          <p:cNvPr id="49" name="Sprechblase: rechteckig 48">
            <a:extLst>
              <a:ext uri="{FF2B5EF4-FFF2-40B4-BE49-F238E27FC236}">
                <a16:creationId xmlns:a16="http://schemas.microsoft.com/office/drawing/2014/main" id="{C523A589-3DCA-20B0-0425-D8A933A4C462}"/>
              </a:ext>
            </a:extLst>
          </p:cNvPr>
          <p:cNvSpPr/>
          <p:nvPr/>
        </p:nvSpPr>
        <p:spPr>
          <a:xfrm>
            <a:off x="6891655" y="1051915"/>
            <a:ext cx="2168919" cy="1332932"/>
          </a:xfrm>
          <a:prstGeom prst="wedgeRectCallout">
            <a:avLst>
              <a:gd name="adj1" fmla="val -82015"/>
              <a:gd name="adj2" fmla="val 40108"/>
            </a:avLst>
          </a:prstGeom>
          <a:solidFill>
            <a:schemeClr val="bg2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VMC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 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Tahoma"/>
                <a:ea typeface="+mn-ea"/>
                <a:cs typeface="Tahoma" pitchFamily="34" charset="0"/>
              </a:rPr>
              <a:t>CST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功能负责</a:t>
            </a:r>
            <a:r>
              <a:rPr lang="en-US" altLang="zh-CN" sz="1200" kern="0" dirty="0">
                <a:latin typeface="Tahoma"/>
                <a:cs typeface="Tahoma" pitchFamily="34" charset="0"/>
              </a:rPr>
              <a:t>ramp up</a:t>
            </a:r>
            <a:r>
              <a:rPr lang="zh-CN" altLang="en-US" sz="1200" kern="0" dirty="0">
                <a:latin typeface="Tahoma"/>
                <a:cs typeface="Tahoma" pitchFamily="34" charset="0"/>
              </a:rPr>
              <a:t>机械扭矩到驾驶员目标值：</a:t>
            </a:r>
            <a:endParaRPr lang="en-US" altLang="zh-CN" sz="1200" kern="0" dirty="0">
              <a:latin typeface="Tahoma"/>
              <a:cs typeface="Tahoma" pitchFamily="34" charset="0"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=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DrRqdFrntShftBrkTorq</a:t>
            </a:r>
            <a:r>
              <a:rPr lang="en-US" altLang="zh-CN" sz="800" kern="0" dirty="0">
                <a:solidFill>
                  <a:srgbClr val="000000"/>
                </a:solidFill>
              </a:rPr>
              <a:t> + </a:t>
            </a:r>
            <a:r>
              <a:rPr lang="en-US" altLang="zh-CN" sz="800" kern="0" dirty="0" err="1">
                <a:solidFill>
                  <a:srgbClr val="000000"/>
                </a:solidFill>
              </a:rPr>
              <a:t>DrRqdRearShftBrkTorq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8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800" kern="0" dirty="0" err="1">
                <a:solidFill>
                  <a:srgbClr val="000000"/>
                </a:solidFill>
              </a:rPr>
              <a:t>VehTargtDecelBrkTorq</a:t>
            </a:r>
            <a:r>
              <a:rPr lang="en-US" altLang="zh-CN" sz="800" kern="0" dirty="0">
                <a:solidFill>
                  <a:srgbClr val="000000"/>
                </a:solidFill>
              </a:rPr>
              <a:t> </a:t>
            </a:r>
            <a:r>
              <a:rPr lang="zh-CN" altLang="en-US" sz="800" kern="0" dirty="0">
                <a:solidFill>
                  <a:srgbClr val="000000"/>
                </a:solidFill>
              </a:rPr>
              <a:t>这个信号无需新增，会按照</a:t>
            </a:r>
            <a:r>
              <a:rPr lang="en-US" altLang="zh-CN" sz="800" kern="0" dirty="0">
                <a:solidFill>
                  <a:srgbClr val="000000"/>
                </a:solidFill>
              </a:rPr>
              <a:t>3500Nm/s </a:t>
            </a:r>
            <a:r>
              <a:rPr lang="zh-CN" altLang="en-US" sz="800" kern="0" dirty="0">
                <a:solidFill>
                  <a:srgbClr val="000000"/>
                </a:solidFill>
              </a:rPr>
              <a:t>的斜率发送这个值给制动。</a:t>
            </a:r>
            <a:endParaRPr lang="en-US" altLang="zh-CN" sz="800" kern="0" dirty="0">
              <a:solidFill>
                <a:srgbClr val="000000"/>
              </a:solidFill>
            </a:endParaRPr>
          </a:p>
          <a:p>
            <a:pPr algn="ctr" fontAlgn="base">
              <a:spcAft>
                <a:spcPct val="0"/>
              </a:spcAft>
            </a:pPr>
            <a:endParaRPr kumimoji="0" lang="de-DE" sz="12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cxnSp>
        <p:nvCxnSpPr>
          <p:cNvPr id="50" name="Gerader Verbinder 49">
            <a:extLst>
              <a:ext uri="{FF2B5EF4-FFF2-40B4-BE49-F238E27FC236}">
                <a16:creationId xmlns:a16="http://schemas.microsoft.com/office/drawing/2014/main" id="{4912D6E1-9760-D6F1-D63F-9C68D31CA444}"/>
              </a:ext>
            </a:extLst>
          </p:cNvPr>
          <p:cNvCxnSpPr>
            <a:cxnSpLocks/>
          </p:cNvCxnSpPr>
          <p:nvPr/>
        </p:nvCxnSpPr>
        <p:spPr>
          <a:xfrm flipH="1">
            <a:off x="5823123" y="4324254"/>
            <a:ext cx="197306" cy="267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cxnSp>
        <p:nvCxnSpPr>
          <p:cNvPr id="59" name="Gerade Verbindung mit Pfeil 58">
            <a:extLst>
              <a:ext uri="{FF2B5EF4-FFF2-40B4-BE49-F238E27FC236}">
                <a16:creationId xmlns:a16="http://schemas.microsoft.com/office/drawing/2014/main" id="{5E266573-A844-38F2-DE6B-799A070955DE}"/>
              </a:ext>
            </a:extLst>
          </p:cNvPr>
          <p:cNvCxnSpPr>
            <a:cxnSpLocks/>
          </p:cNvCxnSpPr>
          <p:nvPr/>
        </p:nvCxnSpPr>
        <p:spPr>
          <a:xfrm>
            <a:off x="2850050" y="909831"/>
            <a:ext cx="3450209" cy="2074"/>
          </a:xfrm>
          <a:prstGeom prst="straightConnector1">
            <a:avLst/>
          </a:prstGeom>
          <a:noFill/>
          <a:ln w="6350" cap="rnd" cmpd="sng" algn="ctr">
            <a:solidFill>
              <a:srgbClr val="FF0000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0" name="Gerade Verbindung mit Pfeil 59">
            <a:extLst>
              <a:ext uri="{FF2B5EF4-FFF2-40B4-BE49-F238E27FC236}">
                <a16:creationId xmlns:a16="http://schemas.microsoft.com/office/drawing/2014/main" id="{E6AF3FC7-FE78-BD35-B1A4-4F1F5065DA5F}"/>
              </a:ext>
            </a:extLst>
          </p:cNvPr>
          <p:cNvCxnSpPr>
            <a:cxnSpLocks/>
          </p:cNvCxnSpPr>
          <p:nvPr/>
        </p:nvCxnSpPr>
        <p:spPr>
          <a:xfrm>
            <a:off x="5854646" y="860020"/>
            <a:ext cx="250511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603D3AA7-F4F2-F16B-9579-05588469A37D}"/>
              </a:ext>
            </a:extLst>
          </p:cNvPr>
          <p:cNvCxnSpPr>
            <a:cxnSpLocks/>
          </p:cNvCxnSpPr>
          <p:nvPr/>
        </p:nvCxnSpPr>
        <p:spPr>
          <a:xfrm>
            <a:off x="597301" y="911905"/>
            <a:ext cx="2272573" cy="0"/>
          </a:xfrm>
          <a:prstGeom prst="straightConnector1">
            <a:avLst/>
          </a:prstGeom>
          <a:noFill/>
          <a:ln w="6350" cap="rnd" cmpd="sng" algn="ctr">
            <a:solidFill>
              <a:schemeClr val="bg2"/>
            </a:solidFill>
            <a:prstDash val="solid"/>
            <a:round/>
            <a:headEnd type="triangle" w="med" len="med"/>
            <a:tailEnd type="triangle" w="med" len="med"/>
          </a:ln>
          <a:effectLst/>
        </p:spPr>
      </p:cxnSp>
      <p:cxnSp>
        <p:nvCxnSpPr>
          <p:cNvPr id="20" name="Gerader Verbinder 49">
            <a:extLst>
              <a:ext uri="{FF2B5EF4-FFF2-40B4-BE49-F238E27FC236}">
                <a16:creationId xmlns:a16="http://schemas.microsoft.com/office/drawing/2014/main" id="{DB09F885-5110-4B85-06AB-35BD2DF36F4B}"/>
              </a:ext>
            </a:extLst>
          </p:cNvPr>
          <p:cNvCxnSpPr>
            <a:cxnSpLocks/>
          </p:cNvCxnSpPr>
          <p:nvPr/>
        </p:nvCxnSpPr>
        <p:spPr>
          <a:xfrm flipH="1" flipV="1">
            <a:off x="2841059" y="4036558"/>
            <a:ext cx="2988000" cy="9594"/>
          </a:xfrm>
          <a:prstGeom prst="line">
            <a:avLst/>
          </a:prstGeom>
          <a:noFill/>
          <a:ln w="6350" cap="rnd" cmpd="sng" algn="ctr">
            <a:solidFill>
              <a:srgbClr val="00B050"/>
            </a:solidFill>
            <a:prstDash val="solid"/>
            <a:round/>
          </a:ln>
          <a:effectLst/>
        </p:spPr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F7D369C6-8788-FAC0-707B-69D00F655A2A}"/>
              </a:ext>
            </a:extLst>
          </p:cNvPr>
          <p:cNvSpPr txBox="1"/>
          <p:nvPr/>
        </p:nvSpPr>
        <p:spPr>
          <a:xfrm>
            <a:off x="3134670" y="3836957"/>
            <a:ext cx="240398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扭矩控制模式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TarRegTrqCtrlRqst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5AB077E-4087-ED18-90A1-ACCD89EDD947}"/>
              </a:ext>
            </a:extLst>
          </p:cNvPr>
          <p:cNvSpPr txBox="1"/>
          <p:nvPr/>
        </p:nvSpPr>
        <p:spPr>
          <a:xfrm>
            <a:off x="5391895" y="4138842"/>
            <a:ext cx="2027958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转速控制模式 </a:t>
            </a:r>
            <a:r>
              <a:rPr kumimoji="0" lang="en-US" altLang="zh-CN" sz="8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TarRpmCtrlRqst</a:t>
            </a:r>
            <a:r>
              <a: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 = Request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cxnSp>
        <p:nvCxnSpPr>
          <p:cNvPr id="10" name="Gerader Verbinder 27">
            <a:extLst>
              <a:ext uri="{FF2B5EF4-FFF2-40B4-BE49-F238E27FC236}">
                <a16:creationId xmlns:a16="http://schemas.microsoft.com/office/drawing/2014/main" id="{4B269C0E-1FF7-EED6-0CDE-5898EEA8DDDB}"/>
              </a:ext>
            </a:extLst>
          </p:cNvPr>
          <p:cNvCxnSpPr>
            <a:cxnSpLocks/>
          </p:cNvCxnSpPr>
          <p:nvPr/>
        </p:nvCxnSpPr>
        <p:spPr>
          <a:xfrm>
            <a:off x="2841057" y="2903132"/>
            <a:ext cx="214426" cy="81554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16" name="Gerader Verbinder 32">
            <a:extLst>
              <a:ext uri="{FF2B5EF4-FFF2-40B4-BE49-F238E27FC236}">
                <a16:creationId xmlns:a16="http://schemas.microsoft.com/office/drawing/2014/main" id="{C5D21955-ABC2-8BCB-4C93-769CCCF64DF1}"/>
              </a:ext>
            </a:extLst>
          </p:cNvPr>
          <p:cNvCxnSpPr>
            <a:cxnSpLocks/>
          </p:cNvCxnSpPr>
          <p:nvPr/>
        </p:nvCxnSpPr>
        <p:spPr>
          <a:xfrm>
            <a:off x="3055483" y="3719380"/>
            <a:ext cx="2985656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21" name="Gerader Verbinder 4">
            <a:extLst>
              <a:ext uri="{FF2B5EF4-FFF2-40B4-BE49-F238E27FC236}">
                <a16:creationId xmlns:a16="http://schemas.microsoft.com/office/drawing/2014/main" id="{1CBD46C7-A4F8-1F84-E2F9-4E676AA2B8FB}"/>
              </a:ext>
            </a:extLst>
          </p:cNvPr>
          <p:cNvCxnSpPr>
            <a:cxnSpLocks/>
          </p:cNvCxnSpPr>
          <p:nvPr/>
        </p:nvCxnSpPr>
        <p:spPr>
          <a:xfrm flipV="1">
            <a:off x="2842881" y="2557448"/>
            <a:ext cx="224482" cy="1000365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24" name="Gerader Verbinder 8">
            <a:extLst>
              <a:ext uri="{FF2B5EF4-FFF2-40B4-BE49-F238E27FC236}">
                <a16:creationId xmlns:a16="http://schemas.microsoft.com/office/drawing/2014/main" id="{46470D1A-AA21-71EC-1F16-9D0270F695E1}"/>
              </a:ext>
            </a:extLst>
          </p:cNvPr>
          <p:cNvCxnSpPr>
            <a:cxnSpLocks/>
          </p:cNvCxnSpPr>
          <p:nvPr/>
        </p:nvCxnSpPr>
        <p:spPr>
          <a:xfrm>
            <a:off x="3067363" y="2560217"/>
            <a:ext cx="2594919" cy="0"/>
          </a:xfrm>
          <a:prstGeom prst="line">
            <a:avLst/>
          </a:prstGeom>
          <a:noFill/>
          <a:ln w="6350" cap="rnd" cmpd="sng" algn="ctr">
            <a:solidFill>
              <a:srgbClr val="0057B7"/>
            </a:solidFill>
            <a:prstDash val="solid"/>
            <a:round/>
          </a:ln>
          <a:effectLst/>
        </p:spPr>
      </p:cxnSp>
      <p:cxnSp>
        <p:nvCxnSpPr>
          <p:cNvPr id="32" name="Gerader Verbinder 12">
            <a:extLst>
              <a:ext uri="{FF2B5EF4-FFF2-40B4-BE49-F238E27FC236}">
                <a16:creationId xmlns:a16="http://schemas.microsoft.com/office/drawing/2014/main" id="{6653CEDF-CE9C-DCC8-27EB-8C0652EF4DA3}"/>
              </a:ext>
            </a:extLst>
          </p:cNvPr>
          <p:cNvCxnSpPr>
            <a:cxnSpLocks/>
          </p:cNvCxnSpPr>
          <p:nvPr/>
        </p:nvCxnSpPr>
        <p:spPr>
          <a:xfrm>
            <a:off x="2842053" y="3300380"/>
            <a:ext cx="224482" cy="257433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cxnSp>
        <p:nvCxnSpPr>
          <p:cNvPr id="36" name="Gerader Verbinder 18">
            <a:extLst>
              <a:ext uri="{FF2B5EF4-FFF2-40B4-BE49-F238E27FC236}">
                <a16:creationId xmlns:a16="http://schemas.microsoft.com/office/drawing/2014/main" id="{DE995C94-236D-2E03-1E95-C140B30AD305}"/>
              </a:ext>
            </a:extLst>
          </p:cNvPr>
          <p:cNvCxnSpPr>
            <a:cxnSpLocks/>
          </p:cNvCxnSpPr>
          <p:nvPr/>
        </p:nvCxnSpPr>
        <p:spPr>
          <a:xfrm>
            <a:off x="3077537" y="3557813"/>
            <a:ext cx="2570205" cy="0"/>
          </a:xfrm>
          <a:prstGeom prst="line">
            <a:avLst/>
          </a:prstGeom>
          <a:noFill/>
          <a:ln w="6350" cap="rnd" cmpd="sng" algn="ctr">
            <a:solidFill>
              <a:srgbClr val="2EBEEF"/>
            </a:solidFill>
            <a:prstDash val="solid"/>
            <a:round/>
          </a:ln>
          <a:effectLst/>
        </p:spPr>
      </p:cxnSp>
      <p:sp>
        <p:nvSpPr>
          <p:cNvPr id="38" name="Bogen 25">
            <a:extLst>
              <a:ext uri="{FF2B5EF4-FFF2-40B4-BE49-F238E27FC236}">
                <a16:creationId xmlns:a16="http://schemas.microsoft.com/office/drawing/2014/main" id="{96977D81-90CC-9E0E-1399-5A6427DC2427}"/>
              </a:ext>
            </a:extLst>
          </p:cNvPr>
          <p:cNvSpPr/>
          <p:nvPr/>
        </p:nvSpPr>
        <p:spPr>
          <a:xfrm rot="10800000">
            <a:off x="5634288" y="3215523"/>
            <a:ext cx="440717" cy="498601"/>
          </a:xfrm>
          <a:prstGeom prst="arc">
            <a:avLst>
              <a:gd name="adj1" fmla="val 16200000"/>
              <a:gd name="adj2" fmla="val 20101365"/>
            </a:avLst>
          </a:prstGeom>
          <a:noFill/>
          <a:ln w="6350" cap="rnd" cmpd="sng" algn="ctr">
            <a:solidFill>
              <a:srgbClr val="93D5F6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Bogen 24">
            <a:extLst>
              <a:ext uri="{FF2B5EF4-FFF2-40B4-BE49-F238E27FC236}">
                <a16:creationId xmlns:a16="http://schemas.microsoft.com/office/drawing/2014/main" id="{013C49DF-D277-6336-A8B0-E0B28172F143}"/>
              </a:ext>
            </a:extLst>
          </p:cNvPr>
          <p:cNvSpPr/>
          <p:nvPr/>
        </p:nvSpPr>
        <p:spPr>
          <a:xfrm rot="10800000">
            <a:off x="5668514" y="1417868"/>
            <a:ext cx="327453" cy="2303995"/>
          </a:xfrm>
          <a:prstGeom prst="arc">
            <a:avLst/>
          </a:prstGeom>
          <a:noFill/>
          <a:ln w="6350" cap="rnd" cmpd="sng" algn="ctr">
            <a:solidFill>
              <a:srgbClr val="00265F"/>
            </a:solidFill>
            <a:prstDash val="solid"/>
            <a:round/>
          </a:ln>
          <a:effectLst/>
        </p:spPr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E284A81E-9C03-D503-A263-EB4C29B5E2A2}"/>
              </a:ext>
            </a:extLst>
          </p:cNvPr>
          <p:cNvSpPr/>
          <p:nvPr/>
        </p:nvSpPr>
        <p:spPr>
          <a:xfrm>
            <a:off x="3999325" y="155500"/>
            <a:ext cx="513676" cy="200896"/>
          </a:xfrm>
          <a:prstGeom prst="rect">
            <a:avLst/>
          </a:prstGeom>
          <a:solidFill>
            <a:srgbClr val="FF0000">
              <a:alpha val="34118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6352938-8629-3AAA-1A86-84F136089430}"/>
              </a:ext>
            </a:extLst>
          </p:cNvPr>
          <p:cNvSpPr txBox="1"/>
          <p:nvPr/>
        </p:nvSpPr>
        <p:spPr>
          <a:xfrm>
            <a:off x="4629582" y="31955"/>
            <a:ext cx="2009411" cy="5386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驾驶员请求扭矩与实际车辆减速扭矩一致：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DrRqdFrntShftBrkTorq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7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DrRqdRearShftBrkTorq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PrDrvShftDrRqstdTorqDff_FD</a:t>
            </a:r>
            <a:endParaRPr lang="en-US" altLang="zh-CN" sz="700" kern="0" dirty="0">
              <a:solidFill>
                <a:srgbClr val="00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000000"/>
                </a:solidFill>
              </a:rPr>
              <a:t>ThScdDrvShftDrRqstdTorqDffHCU_FD</a:t>
            </a:r>
            <a:endParaRPr kumimoji="0" lang="zh-CN" altLang="en-US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D81F53AB-4CD2-CCA1-6C53-A4A548027AD8}"/>
              </a:ext>
            </a:extLst>
          </p:cNvPr>
          <p:cNvSpPr/>
          <p:nvPr/>
        </p:nvSpPr>
        <p:spPr>
          <a:xfrm>
            <a:off x="5656217" y="1016493"/>
            <a:ext cx="169817" cy="1491576"/>
          </a:xfrm>
          <a:custGeom>
            <a:avLst/>
            <a:gdLst>
              <a:gd name="csX0" fmla="*/ 0 w 169817"/>
              <a:gd name="csY0" fmla="*/ 0 h 1306286"/>
              <a:gd name="csX1" fmla="*/ 0 w 169817"/>
              <a:gd name="csY1" fmla="*/ 1306286 h 1306286"/>
              <a:gd name="csX2" fmla="*/ 169817 w 169817"/>
              <a:gd name="csY2" fmla="*/ 1299754 h 1306286"/>
              <a:gd name="csX3" fmla="*/ 0 w 169817"/>
              <a:gd name="csY3" fmla="*/ 0 h 13062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69817" h="1306286">
                <a:moveTo>
                  <a:pt x="0" y="0"/>
                </a:moveTo>
                <a:lnTo>
                  <a:pt x="0" y="1306286"/>
                </a:lnTo>
                <a:lnTo>
                  <a:pt x="169817" y="1299754"/>
                </a:lnTo>
                <a:lnTo>
                  <a:pt x="0" y="0"/>
                </a:lnTo>
                <a:close/>
              </a:path>
            </a:pathLst>
          </a:custGeom>
          <a:solidFill>
            <a:srgbClr val="00B0F0">
              <a:alpha val="23922"/>
            </a:srgbClr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F4D3C77E-5A44-D90A-19B0-1F57CFBB90A5}"/>
              </a:ext>
            </a:extLst>
          </p:cNvPr>
          <p:cNvSpPr/>
          <p:nvPr/>
        </p:nvSpPr>
        <p:spPr>
          <a:xfrm>
            <a:off x="6462275" y="210531"/>
            <a:ext cx="513676" cy="200896"/>
          </a:xfrm>
          <a:prstGeom prst="rect">
            <a:avLst/>
          </a:prstGeom>
          <a:solidFill>
            <a:srgbClr val="C2ECFB"/>
          </a:solidFill>
          <a:ln w="127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200" b="0" i="0" u="none" strike="noStrike" kern="0" cap="none" spc="0" normalizeH="0" baseline="0" noProof="0" dirty="0" err="1">
              <a:ln>
                <a:noFill/>
              </a:ln>
              <a:effectLst/>
              <a:uLnTx/>
              <a:uFillTx/>
              <a:latin typeface="Tahoma"/>
              <a:ea typeface="+mn-ea"/>
              <a:cs typeface="Tahoma" pitchFamily="34" charset="0"/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8B15648-F335-6B2F-BA4D-D7C56ECE4C0A}"/>
              </a:ext>
            </a:extLst>
          </p:cNvPr>
          <p:cNvSpPr txBox="1"/>
          <p:nvPr/>
        </p:nvSpPr>
        <p:spPr>
          <a:xfrm>
            <a:off x="7036617" y="213551"/>
            <a:ext cx="200941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defTabSz="91440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此时</a:t>
            </a:r>
            <a:r>
              <a:rPr kumimoji="0" lang="en-US" altLang="zh-CN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CST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实际请求的减速扭矩</a:t>
            </a:r>
            <a:r>
              <a:rPr lang="en-US" altLang="zh-CN" sz="700" kern="0" dirty="0">
                <a:solidFill>
                  <a:srgbClr val="000000"/>
                </a:solidFill>
              </a:rPr>
              <a:t>&lt;</a:t>
            </a:r>
            <a:r>
              <a:rPr kumimoji="0" lang="zh-CN" altLang="en-US" sz="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驾驶员请求的减速扭矩</a:t>
            </a:r>
          </a:p>
        </p:txBody>
      </p:sp>
      <p:cxnSp>
        <p:nvCxnSpPr>
          <p:cNvPr id="65" name="Gerader Verbinder 7">
            <a:extLst>
              <a:ext uri="{FF2B5EF4-FFF2-40B4-BE49-F238E27FC236}">
                <a16:creationId xmlns:a16="http://schemas.microsoft.com/office/drawing/2014/main" id="{A3E0327C-FCAD-237A-4DD9-E14A058CB14A}"/>
              </a:ext>
            </a:extLst>
          </p:cNvPr>
          <p:cNvCxnSpPr>
            <a:cxnSpLocks/>
          </p:cNvCxnSpPr>
          <p:nvPr/>
        </p:nvCxnSpPr>
        <p:spPr>
          <a:xfrm>
            <a:off x="6278184" y="624052"/>
            <a:ext cx="16913" cy="4001491"/>
          </a:xfrm>
          <a:prstGeom prst="line">
            <a:avLst/>
          </a:prstGeom>
          <a:noFill/>
          <a:ln w="6350" cap="rnd" cmpd="sng" algn="ctr">
            <a:solidFill>
              <a:schemeClr val="bg2"/>
            </a:solidFill>
            <a:prstDash val="lgDash"/>
            <a:round/>
          </a:ln>
          <a:effectLst/>
        </p:spPr>
      </p:cxnSp>
      <p:cxnSp>
        <p:nvCxnSpPr>
          <p:cNvPr id="66" name="Gerader Verbinder 30">
            <a:extLst>
              <a:ext uri="{FF2B5EF4-FFF2-40B4-BE49-F238E27FC236}">
                <a16:creationId xmlns:a16="http://schemas.microsoft.com/office/drawing/2014/main" id="{B79EFA22-D488-F3FB-993F-18F84F08E4A2}"/>
              </a:ext>
            </a:extLst>
          </p:cNvPr>
          <p:cNvCxnSpPr>
            <a:cxnSpLocks/>
          </p:cNvCxnSpPr>
          <p:nvPr/>
        </p:nvCxnSpPr>
        <p:spPr>
          <a:xfrm flipH="1">
            <a:off x="6047295" y="2628766"/>
            <a:ext cx="230889" cy="1094051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cxnSp>
        <p:nvCxnSpPr>
          <p:cNvPr id="71" name="Gerader Verbinder 26">
            <a:extLst>
              <a:ext uri="{FF2B5EF4-FFF2-40B4-BE49-F238E27FC236}">
                <a16:creationId xmlns:a16="http://schemas.microsoft.com/office/drawing/2014/main" id="{D5940F7B-D19F-2E18-5F88-76DE27AE9B9B}"/>
              </a:ext>
            </a:extLst>
          </p:cNvPr>
          <p:cNvCxnSpPr/>
          <p:nvPr/>
        </p:nvCxnSpPr>
        <p:spPr>
          <a:xfrm>
            <a:off x="6295097" y="993934"/>
            <a:ext cx="2273642" cy="0"/>
          </a:xfrm>
          <a:prstGeom prst="line">
            <a:avLst/>
          </a:prstGeom>
          <a:noFill/>
          <a:ln w="6350" cap="rnd" cmpd="sng" algn="ctr">
            <a:solidFill>
              <a:srgbClr val="E52330"/>
            </a:solidFill>
            <a:prstDash val="solid"/>
            <a:round/>
          </a:ln>
          <a:effectLst/>
        </p:spPr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B32B3CE0-D233-81C7-FAF7-2F6036EFFE9B}"/>
              </a:ext>
            </a:extLst>
          </p:cNvPr>
          <p:cNvSpPr txBox="1"/>
          <p:nvPr/>
        </p:nvSpPr>
        <p:spPr>
          <a:xfrm>
            <a:off x="2984897" y="2686946"/>
            <a:ext cx="23932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起始点：</a:t>
            </a: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斜率下降到</a:t>
            </a:r>
            <a:r>
              <a:rPr lang="en-US" altLang="zh-CN" sz="700" kern="0" dirty="0">
                <a:solidFill>
                  <a:srgbClr val="FF0000"/>
                </a:solidFill>
              </a:rPr>
              <a:t>0.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1F671B44-928D-667E-52A7-84E1EEDB8909}"/>
              </a:ext>
            </a:extLst>
          </p:cNvPr>
          <p:cNvSpPr txBox="1"/>
          <p:nvPr/>
        </p:nvSpPr>
        <p:spPr>
          <a:xfrm>
            <a:off x="6286640" y="2566049"/>
            <a:ext cx="2393253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斜率按照</a:t>
            </a:r>
            <a:r>
              <a:rPr lang="en-US" altLang="zh-CN" sz="700" kern="0" dirty="0">
                <a:solidFill>
                  <a:srgbClr val="FF0000"/>
                </a:solidFill>
              </a:rPr>
              <a:t>3500Nm/s </a:t>
            </a:r>
            <a:r>
              <a:rPr lang="zh-CN" altLang="en-US" sz="700" kern="0" dirty="0">
                <a:solidFill>
                  <a:srgbClr val="FF0000"/>
                </a:solidFill>
              </a:rPr>
              <a:t>斜率从</a:t>
            </a:r>
            <a:r>
              <a:rPr lang="en-US" altLang="zh-CN" sz="700" kern="0" dirty="0">
                <a:solidFill>
                  <a:srgbClr val="FF0000"/>
                </a:solidFill>
              </a:rPr>
              <a:t>0</a:t>
            </a:r>
            <a:r>
              <a:rPr lang="zh-CN" altLang="en-US" sz="700" kern="0" dirty="0">
                <a:solidFill>
                  <a:srgbClr val="FF0000"/>
                </a:solidFill>
              </a:rPr>
              <a:t>升到目标。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en-US" altLang="zh-CN" sz="700" kern="0" dirty="0" err="1">
                <a:solidFill>
                  <a:srgbClr val="FF0000"/>
                </a:solidFill>
              </a:rPr>
              <a:t>VehTargtDecelBrkTorq</a:t>
            </a:r>
            <a:r>
              <a:rPr lang="en-US" altLang="zh-CN" sz="700" kern="0" dirty="0">
                <a:solidFill>
                  <a:srgbClr val="FF0000"/>
                </a:solidFill>
              </a:rPr>
              <a:t>=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DrRqdFrntShftBrkTorq</a:t>
            </a:r>
            <a:r>
              <a:rPr lang="en-US" altLang="zh-CN" sz="700" kern="0" dirty="0">
                <a:solidFill>
                  <a:srgbClr val="FF0000"/>
                </a:solidFill>
              </a:rPr>
              <a:t> + </a:t>
            </a:r>
            <a:r>
              <a:rPr lang="en-US" altLang="zh-CN" sz="700" kern="0" dirty="0" err="1">
                <a:solidFill>
                  <a:srgbClr val="FF0000"/>
                </a:solidFill>
              </a:rPr>
              <a:t>DrRqdRearShftBrkTorq</a:t>
            </a: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endParaRPr lang="en-US" altLang="zh-CN" sz="700" kern="0" dirty="0">
              <a:solidFill>
                <a:srgbClr val="FF0000"/>
              </a:solidFill>
            </a:endParaRPr>
          </a:p>
          <a:p>
            <a:pPr fontAlgn="base">
              <a:spcAft>
                <a:spcPct val="0"/>
              </a:spcAft>
            </a:pPr>
            <a:r>
              <a:rPr lang="zh-CN" altLang="en-US" sz="700" kern="0" dirty="0">
                <a:solidFill>
                  <a:srgbClr val="FF0000"/>
                </a:solidFill>
              </a:rPr>
              <a:t>请求达到目标即可退出</a:t>
            </a:r>
            <a:r>
              <a:rPr lang="en-US" altLang="zh-CN" sz="700" kern="0" dirty="0">
                <a:solidFill>
                  <a:srgbClr val="FF0000"/>
                </a:solidFill>
              </a:rPr>
              <a:t>CST</a:t>
            </a:r>
            <a:r>
              <a:rPr lang="zh-CN" altLang="en-US" sz="700" kern="0" dirty="0">
                <a:solidFill>
                  <a:srgbClr val="FF0000"/>
                </a:solidFill>
              </a:rPr>
              <a:t>功能，无需校验实际制动力是否达标。</a:t>
            </a:r>
            <a:endParaRPr lang="en-US" altLang="zh-CN" sz="700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8437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WNOCDCHECK" val="-1"/>
</p:tagLst>
</file>

<file path=ppt/theme/theme1.xml><?xml version="1.0" encoding="utf-8"?>
<a:theme xmlns:a="http://schemas.openxmlformats.org/drawingml/2006/main" name="ZF AG">
  <a:themeElements>
    <a:clrScheme name="Benutzerdefiniert 3">
      <a:dk1>
        <a:srgbClr val="000000"/>
      </a:dk1>
      <a:lt1>
        <a:srgbClr val="FFFFFF"/>
      </a:lt1>
      <a:dk2>
        <a:srgbClr val="00ABE7"/>
      </a:dk2>
      <a:lt2>
        <a:srgbClr val="ACBBC5"/>
      </a:lt2>
      <a:accent1>
        <a:srgbClr val="768E9F"/>
      </a:accent1>
      <a:accent2>
        <a:srgbClr val="93D5F6"/>
      </a:accent2>
      <a:accent3>
        <a:srgbClr val="CEEBFC"/>
      </a:accent3>
      <a:accent4>
        <a:srgbClr val="475968"/>
      </a:accent4>
      <a:accent5>
        <a:srgbClr val="0057B7"/>
      </a:accent5>
      <a:accent6>
        <a:srgbClr val="2EBEEF"/>
      </a:accent6>
      <a:hlink>
        <a:srgbClr val="0057B7"/>
      </a:hlink>
      <a:folHlink>
        <a:srgbClr val="768E9F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/>
        </a:solidFill>
        <a:ln w="12700" cap="flat" cmpd="sng" algn="ctr">
          <a:noFill/>
          <a:prstDash val="solid"/>
        </a:ln>
        <a:effectLst/>
      </a:spPr>
      <a:bodyPr rot="0" spcFirstLastPara="0" vertOverflow="overflow" horzOverflow="overflow" vert="horz" wrap="square" lIns="90000" tIns="90000" rIns="90000" bIns="90000" numCol="1" spcCol="0" rtlCol="0" fromWordArt="0" anchor="ctr" anchorCtr="0" forceAA="0" compatLnSpc="1">
        <a:prstTxWarp prst="textNoShape">
          <a:avLst/>
        </a:prstTxWarp>
        <a:noAutofit/>
      </a:bodyPr>
      <a:lstStyle>
        <a:defPPr marL="0" marR="0" indent="0" algn="ctr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err="1" smtClean="0">
            <a:ln>
              <a:noFill/>
            </a:ln>
            <a:effectLst/>
            <a:uLnTx/>
            <a:uFillTx/>
            <a:latin typeface="Tahoma"/>
            <a:ea typeface="+mn-ea"/>
            <a:cs typeface="Tahoma" pitchFamily="34" charset="0"/>
          </a:defRPr>
        </a:defPPr>
      </a:lstStyle>
    </a:spDef>
    <a:lnDef>
      <a:spPr>
        <a:noFill/>
        <a:ln w="6350" cap="rnd" cmpd="sng" algn="ctr">
          <a:solidFill>
            <a:schemeClr val="bg2"/>
          </a:solidFill>
          <a:prstDash val="solid"/>
          <a:round/>
        </a:ln>
        <a:effectLst/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marL="0" marR="0" indent="0" defTabSz="914400" eaLnBrk="1" fontAlgn="base" latinLnBrk="0" hangingPunct="1">
          <a:lnSpc>
            <a:spcPct val="100000"/>
          </a:lnSpc>
          <a:spcBef>
            <a:spcPts val="0"/>
          </a:spcBef>
          <a:spcAft>
            <a:spcPct val="0"/>
          </a:spcAft>
          <a:buClrTx/>
          <a:buSzTx/>
          <a:buFontTx/>
          <a:buNone/>
          <a:tabLst/>
          <a:defRPr kumimoji="0" sz="12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ZF Cyan 100%">
      <a:srgbClr val="00ABE7"/>
    </a:custClr>
    <a:custClr name="ZF Cyan 75%">
      <a:srgbClr val="2EBEEF"/>
    </a:custClr>
    <a:custClr name="ZF Cyan 50%">
      <a:srgbClr val="93D5F6"/>
    </a:custClr>
    <a:custClr name="ZF Cyan 25%">
      <a:srgbClr val="CEEBFC"/>
    </a:custClr>
    <a:custClr>
      <a:srgbClr val="FFFFFF"/>
    </a:custClr>
    <a:custClr name="ZF Blue / 1. Step color gradient">
      <a:srgbClr val="0057B7"/>
    </a:custClr>
    <a:custClr name="ZF Dark Blue / 2. Step color gradient">
      <a:srgbClr val="000828"/>
    </a:custClr>
    <a:custClr name="ZF Middle Blue">
      <a:srgbClr val="00265F"/>
    </a:custClr>
    <a:custClr>
      <a:srgbClr val="FFFFFF"/>
    </a:custClr>
    <a:custClr name="ZF Red">
      <a:srgbClr val="E52330"/>
    </a:custClr>
    <a:custClr name="ZF Black 100%">
      <a:srgbClr val="000000"/>
    </a:custClr>
    <a:custClr name="ZF Gray 800">
      <a:srgbClr val="475968"/>
    </a:custClr>
    <a:custClr name="ZF Gray 500">
      <a:srgbClr val="768E9F"/>
    </a:custClr>
    <a:custClr name="ZF Gray 300">
      <a:srgbClr val="ACBBC5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ZF Aqua 100% (Chart color)">
      <a:srgbClr val="00A7AB"/>
    </a:custClr>
    <a:custClr name="ZF Aqua 50% (Chart color)">
      <a:srgbClr val="A2D3D6"/>
    </a:custClr>
    <a:custClr name="ZF Purple 100% (Chart color)">
      <a:srgbClr val="524E9C"/>
    </a:custClr>
    <a:custClr name="ZF Purple 50% (Chart color)">
      <a:srgbClr val="A6A1D0"/>
    </a:custClr>
    <a:custClr name="ZF Orange 100% (Chart color)">
      <a:srgbClr val="F28A3D"/>
    </a:custClr>
    <a:custClr name="ZF Orange 50% (Chart color)">
      <a:srgbClr val="FAC89F"/>
    </a:custClr>
  </a:custClrLst>
  <a:extLst>
    <a:ext uri="{05A4C25C-085E-4340-85A3-A5531E510DB2}">
      <thm15:themeFamily xmlns:thm15="http://schemas.microsoft.com/office/thememl/2012/main" name="master_zf.potx" id="{0C20BA16-1FCA-489C-8054-EED9591F7A61}" vid="{2BC6EB19-77C4-4617-9BC8-50CED133014D}"/>
    </a:ext>
  </a:extLst>
</a:theme>
</file>

<file path=ppt/theme/theme2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© ZF Friedrichshafen AG">
      <a:dk1>
        <a:srgbClr val="000000"/>
      </a:dk1>
      <a:lt1>
        <a:srgbClr val="FFFFFF"/>
      </a:lt1>
      <a:dk2>
        <a:srgbClr val="00ABE7"/>
      </a:dk2>
      <a:lt2>
        <a:srgbClr val="BFBFBF"/>
      </a:lt2>
      <a:accent1>
        <a:srgbClr val="7FA5BC"/>
      </a:accent1>
      <a:accent2>
        <a:srgbClr val="7FD5F3"/>
      </a:accent2>
      <a:accent3>
        <a:srgbClr val="BFEAF9"/>
      </a:accent3>
      <a:accent4>
        <a:srgbClr val="004D7A"/>
      </a:accent4>
      <a:accent5>
        <a:srgbClr val="1179BF"/>
      </a:accent5>
      <a:accent6>
        <a:srgbClr val="81BCDF"/>
      </a:accent6>
      <a:hlink>
        <a:srgbClr val="00ABE7"/>
      </a:hlink>
      <a:folHlink>
        <a:srgbClr val="7FD5F3"/>
      </a:folHlink>
    </a:clrScheme>
    <a:fontScheme name="© ZF Friedrichshafen AG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4ecdb93-bc7f-4438-8c77-236ab96c18a9" xsi:nil="true"/>
    <lcf76f155ced4ddcb4097134ff3c332f xmlns="455088e1-af34-4927-a3f0-bdce59540293">
      <Terms xmlns="http://schemas.microsoft.com/office/infopath/2007/PartnerControls"/>
    </lcf76f155ced4ddcb4097134ff3c332f>
    <PrimeCorrectedByUser xmlns="f4ecdb93-bc7f-4438-8c77-236ab96c18a9" xsi:nil="true"/>
    <testStatus xmlns="455088e1-af34-4927-a3f0-bdce59540293">Not found</testStatus>
    <PrimeClassificationStatusDetails xmlns="f4ecdb93-bc7f-4438-8c77-236ab96c18a9" xsi:nil="true"/>
    <PrimeClassificationStatus xmlns="f4ecdb93-bc7f-4438-8c77-236ab96c18a9" xsi:nil="true"/>
    <PrimeLastClassified xmlns="f4ecdb93-bc7f-4438-8c77-236ab96c18a9" xsi:nil="true"/>
    <PrimeAutofillMeta xmlns="f4ecdb93-bc7f-4438-8c77-236ab96c18a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ECDE3992A08C4AB27EAAF617A05967" ma:contentTypeVersion="18" ma:contentTypeDescription="Create a new document." ma:contentTypeScope="" ma:versionID="9683c085a59988fd2dc84fe522921e1c">
  <xsd:schema xmlns:xsd="http://www.w3.org/2001/XMLSchema" xmlns:xs="http://www.w3.org/2001/XMLSchema" xmlns:p="http://schemas.microsoft.com/office/2006/metadata/properties" xmlns:ns2="455088e1-af34-4927-a3f0-bdce59540293" xmlns:ns3="f4ecdb93-bc7f-4438-8c77-236ab96c18a9" targetNamespace="http://schemas.microsoft.com/office/2006/metadata/properties" ma:root="true" ma:fieldsID="7184c417cebe2c46bf9076e6fd8b1060" ns2:_="" ns3:_="">
    <xsd:import namespace="455088e1-af34-4927-a3f0-bdce59540293"/>
    <xsd:import namespace="f4ecdb93-bc7f-4438-8c77-236ab96c18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2:MediaLengthInSeconds" minOccurs="0"/>
                <xsd:element ref="ns2:testStatus" minOccurs="0"/>
                <xsd:element ref="ns3:PrimeClassificationStatus" minOccurs="0"/>
                <xsd:element ref="ns3:PrimeClassificationStatusDetails" minOccurs="0"/>
                <xsd:element ref="ns3:PrimeLastClassified" minOccurs="0"/>
                <xsd:element ref="ns3:PrimeCorrectedByUser" minOccurs="0"/>
                <xsd:element ref="ns3:PrimeAutofillMe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5088e1-af34-4927-a3f0-bdce595402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1535f45-074a-4eaf-b5ce-0ad645dc027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testStatus" ma:index="20" nillable="true" ma:displayName="Test status" ma:description="Summarizes overall test outcome so failed or mixed-result files can be found quickly." ma:internalName="testStatus">
      <xsd:simpleType>
        <xsd:restriction base="dms:Choice">
          <xsd:enumeration value="Pass"/>
          <xsd:enumeration value="Fail"/>
          <xsd:enumeration value="Error"/>
          <xsd:enumeration value="Skipped"/>
          <xsd:enumeration value="Mixed"/>
          <xsd:enumeration value="Not foun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ecdb93-bc7f-4438-8c77-236ab96c18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8791390-06cd-44ed-84f9-ca1c8568e0c9}" ma:internalName="TaxCatchAll" ma:showField="CatchAllData" ma:web="f4ecdb93-bc7f-4438-8c77-236ab96c18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rimeClassificationStatus" ma:index="21" nillable="true" ma:displayName="Processing status" ma:internalName="PrimeClassificationStatus">
      <xsd:simpleType>
        <xsd:restriction base="dms:Text"/>
      </xsd:simpleType>
    </xsd:element>
    <xsd:element name="PrimeClassificationStatusDetails" ma:index="22" nillable="true" ma:displayName="Processing details" ma:internalName="PrimeClassificationStatusDetails">
      <xsd:simpleType>
        <xsd:restriction base="dms:Note">
          <xsd:maxLength value="255"/>
        </xsd:restriction>
      </xsd:simpleType>
    </xsd:element>
    <xsd:element name="PrimeLastClassified" ma:index="23" nillable="true" ma:displayName="Processed" ma:internalName="PrimeLastClassified">
      <xsd:simpleType>
        <xsd:restriction base="dms:DateTime"/>
      </xsd:simpleType>
    </xsd:element>
    <xsd:element name="PrimeCorrectedByUser" ma:index="24" nillable="true" ma:displayName="Corrected" ma:internalName="PrimeCorrectedByUser">
      <xsd:simpleType>
        <xsd:restriction base="dms:Boolean"/>
      </xsd:simpleType>
    </xsd:element>
    <xsd:element name="PrimeAutofillMeta" ma:index="25" nillable="true" ma:displayName="Autofill Meta" ma:hidden="true" ma:internalName="PrimeAutofillMeta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35380E-1B53-4838-81C3-2AB9939B6FC6}">
  <ds:schemaRefs>
    <ds:schemaRef ds:uri="http://schemas.microsoft.com/office/2006/metadata/properties"/>
    <ds:schemaRef ds:uri="http://schemas.microsoft.com/office/infopath/2007/PartnerControls"/>
    <ds:schemaRef ds:uri="f4ecdb93-bc7f-4438-8c77-236ab96c18a9"/>
    <ds:schemaRef ds:uri="455088e1-af34-4927-a3f0-bdce59540293"/>
  </ds:schemaRefs>
</ds:datastoreItem>
</file>

<file path=customXml/itemProps2.xml><?xml version="1.0" encoding="utf-8"?>
<ds:datastoreItem xmlns:ds="http://schemas.openxmlformats.org/officeDocument/2006/customXml" ds:itemID="{DDA0BA8E-434D-48CF-8C42-C96ADE6F01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6460595-8AEB-4474-96D3-E82B6CC1B3F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5088e1-af34-4927-a3f0-bdce59540293"/>
    <ds:schemaRef ds:uri="f4ecdb93-bc7f-4438-8c77-236ab96c18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4065</Words>
  <Application>Microsoft Office PowerPoint</Application>
  <PresentationFormat>全屏显示(16:9)</PresentationFormat>
  <Paragraphs>417</Paragraphs>
  <Slides>17</Slides>
  <Notes>1</Notes>
  <HiddenSlides>12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Tahoma</vt:lpstr>
      <vt:lpstr>ZF AG</vt:lpstr>
      <vt:lpstr>HDC Logic</vt:lpstr>
      <vt:lpstr>HDC 制动调速过程 场景1：整车驾驶员请求制动力&gt; HDC请求合力</vt:lpstr>
      <vt:lpstr>HDC 制动调速过程 场景2：整车驾驶员请求制动力&lt; HDC请求合力</vt:lpstr>
      <vt:lpstr>HDC 制动调速过程 场景3：驾驶员避障紧急制动/AEB功能触发</vt:lpstr>
      <vt:lpstr>HDC 加速调速过程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  <vt:lpstr>normal hdc Scenario</vt:lpstr>
    </vt:vector>
  </TitlesOfParts>
  <Company>ZF Active Safety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Broetz Nicolas Dr. KBL DIRDC2</dc:creator>
  <cp:lastModifiedBy>Yang Zhen SGH CDAY223</cp:lastModifiedBy>
  <cp:revision>5</cp:revision>
  <cp:lastPrinted>2022-11-09T16:26:39Z</cp:lastPrinted>
  <dcterms:created xsi:type="dcterms:W3CDTF">2025-11-12T11:32:09Z</dcterms:created>
  <dcterms:modified xsi:type="dcterms:W3CDTF">2026-08-05T05:11:09Z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w_Agenda_1">
    <vt:lpwstr>Lorem ipsum dolor sit amet</vt:lpwstr>
  </property>
  <property fmtid="{D5CDD505-2E9C-101B-9397-08002B2CF9AE}" pid="3" name="tw_Agenda_2">
    <vt:lpwstr/>
  </property>
  <property fmtid="{D5CDD505-2E9C-101B-9397-08002B2CF9AE}" pid="4" name="tw_Agenda_3">
    <vt:lpwstr/>
  </property>
  <property fmtid="{D5CDD505-2E9C-101B-9397-08002B2CF9AE}" pid="5" name="tw_Agenda_4">
    <vt:lpwstr/>
  </property>
  <property fmtid="{D5CDD505-2E9C-101B-9397-08002B2CF9AE}" pid="6" name="tw_Agenda_5">
    <vt:lpwstr/>
  </property>
  <property fmtid="{D5CDD505-2E9C-101B-9397-08002B2CF9AE}" pid="7" name="tw_Agenda_6">
    <vt:lpwstr/>
  </property>
  <property fmtid="{D5CDD505-2E9C-101B-9397-08002B2CF9AE}" pid="8" name="tw_Agenda_7">
    <vt:lpwstr/>
  </property>
  <property fmtid="{D5CDD505-2E9C-101B-9397-08002B2CF9AE}" pid="9" name="tw_Agenda_8">
    <vt:lpwstr/>
  </property>
  <property fmtid="{D5CDD505-2E9C-101B-9397-08002B2CF9AE}" pid="10" name="tw_Agenda_9">
    <vt:lpwstr/>
  </property>
  <property fmtid="{D5CDD505-2E9C-101B-9397-08002B2CF9AE}" pid="11" name="tw_Agenda_10">
    <vt:lpwstr/>
  </property>
  <property fmtid="{D5CDD505-2E9C-101B-9397-08002B2CF9AE}" pid="12" name="tw_Agenda_11">
    <vt:lpwstr/>
  </property>
  <property fmtid="{D5CDD505-2E9C-101B-9397-08002B2CF9AE}" pid="13" name="tw_Agenda_12">
    <vt:lpwstr/>
  </property>
  <property fmtid="{D5CDD505-2E9C-101B-9397-08002B2CF9AE}" pid="14" name="ContentTypeId">
    <vt:lpwstr>0x010100F4ECDE3992A08C4AB27EAAF617A05967</vt:lpwstr>
  </property>
  <property fmtid="{D5CDD505-2E9C-101B-9397-08002B2CF9AE}" pid="15" name="MSIP_Label_7294a1c8-9899-41e7-8f6e-8b1b3c79592a_Enabled">
    <vt:lpwstr>true</vt:lpwstr>
  </property>
  <property fmtid="{D5CDD505-2E9C-101B-9397-08002B2CF9AE}" pid="16" name="MSIP_Label_7294a1c8-9899-41e7-8f6e-8b1b3c79592a_SetDate">
    <vt:lpwstr>2025-11-12T11:46:49Z</vt:lpwstr>
  </property>
  <property fmtid="{D5CDD505-2E9C-101B-9397-08002B2CF9AE}" pid="17" name="MSIP_Label_7294a1c8-9899-41e7-8f6e-8b1b3c79592a_Method">
    <vt:lpwstr>Privileged</vt:lpwstr>
  </property>
  <property fmtid="{D5CDD505-2E9C-101B-9397-08002B2CF9AE}" pid="18" name="MSIP_Label_7294a1c8-9899-41e7-8f6e-8b1b3c79592a_Name">
    <vt:lpwstr>Internal sub2 (no marking)</vt:lpwstr>
  </property>
  <property fmtid="{D5CDD505-2E9C-101B-9397-08002B2CF9AE}" pid="19" name="MSIP_Label_7294a1c8-9899-41e7-8f6e-8b1b3c79592a_SiteId">
    <vt:lpwstr>eb70b763-b6d7-4486-8555-8831709a784e</vt:lpwstr>
  </property>
  <property fmtid="{D5CDD505-2E9C-101B-9397-08002B2CF9AE}" pid="20" name="MSIP_Label_7294a1c8-9899-41e7-8f6e-8b1b3c79592a_ActionId">
    <vt:lpwstr>32ddd41e-cf12-4524-bb3d-d376f710a0e0</vt:lpwstr>
  </property>
  <property fmtid="{D5CDD505-2E9C-101B-9397-08002B2CF9AE}" pid="21" name="MSIP_Label_7294a1c8-9899-41e7-8f6e-8b1b3c79592a_ContentBits">
    <vt:lpwstr>0</vt:lpwstr>
  </property>
  <property fmtid="{D5CDD505-2E9C-101B-9397-08002B2CF9AE}" pid="22" name="MSIP_Label_7294a1c8-9899-41e7-8f6e-8b1b3c79592a_Tag">
    <vt:lpwstr>10, 0, 1, 1</vt:lpwstr>
  </property>
  <property fmtid="{D5CDD505-2E9C-101B-9397-08002B2CF9AE}" pid="23" name="MediaServiceImageTags">
    <vt:lpwstr/>
  </property>
</Properties>
</file>