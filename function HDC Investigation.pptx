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72" r:id="rId5"/>
    <p:sldId id="273" r:id="rId6"/>
    <p:sldId id="274" r:id="rId7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86" userDrawn="1">
          <p15:clr>
            <a:srgbClr val="A4A3A4"/>
          </p15:clr>
        </p15:guide>
        <p15:guide id="2" orient="horz" pos="553" userDrawn="1">
          <p15:clr>
            <a:srgbClr val="A4A3A4"/>
          </p15:clr>
        </p15:guide>
        <p15:guide id="3" orient="horz" pos="1800" userDrawn="1">
          <p15:clr>
            <a:srgbClr val="A4A3A4"/>
          </p15:clr>
        </p15:guide>
        <p15:guide id="4" orient="horz" pos="2934" userDrawn="1">
          <p15:clr>
            <a:srgbClr val="A4A3A4"/>
          </p15:clr>
        </p15:guide>
        <p15:guide id="5" pos="2940" userDrawn="1">
          <p15:clr>
            <a:srgbClr val="A4A3A4"/>
          </p15:clr>
        </p15:guide>
        <p15:guide id="6" pos="2832" userDrawn="1">
          <p15:clr>
            <a:srgbClr val="A4A3A4"/>
          </p15:clr>
        </p15:guide>
        <p15:guide id="7" pos="5538" userDrawn="1">
          <p15:clr>
            <a:srgbClr val="A4A3A4"/>
          </p15:clr>
        </p15:guide>
        <p15:guide id="8" pos="2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BE7"/>
    <a:srgbClr val="7FD5F3"/>
    <a:srgbClr val="BFEAF9"/>
    <a:srgbClr val="1179BF"/>
    <a:srgbClr val="81BCDF"/>
    <a:srgbClr val="004D7A"/>
    <a:srgbClr val="7FA5BC"/>
    <a:srgbClr val="DD0C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E57134-DD16-D12E-07AE-55CC42DC001C}" v="2" dt="2025-10-28T06:22:09.0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1686"/>
        <p:guide orient="horz" pos="553"/>
        <p:guide orient="horz" pos="1800"/>
        <p:guide orient="horz" pos="2934"/>
        <p:guide pos="2940"/>
        <p:guide pos="2832"/>
        <p:guide pos="5538"/>
        <p:guide pos="234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 Deqing SGH CDAY623" userId="S::deqing.du@zf.com::952bfef8-563c-4a9e-8e04-9697c056075b" providerId="AD" clId="Web-{F9E57134-DD16-D12E-07AE-55CC42DC001C}"/>
    <pc:docChg chg="modSld">
      <pc:chgData name="Du Deqing SGH CDAY623" userId="S::deqing.du@zf.com::952bfef8-563c-4a9e-8e04-9697c056075b" providerId="AD" clId="Web-{F9E57134-DD16-D12E-07AE-55CC42DC001C}" dt="2025-10-28T06:22:08.911" v="0" actId="20577"/>
      <pc:docMkLst>
        <pc:docMk/>
      </pc:docMkLst>
      <pc:sldChg chg="modSp">
        <pc:chgData name="Du Deqing SGH CDAY623" userId="S::deqing.du@zf.com::952bfef8-563c-4a9e-8e04-9697c056075b" providerId="AD" clId="Web-{F9E57134-DD16-D12E-07AE-55CC42DC001C}" dt="2025-10-28T06:22:08.911" v="0" actId="20577"/>
        <pc:sldMkLst>
          <pc:docMk/>
          <pc:sldMk cId="3008557697" sldId="272"/>
        </pc:sldMkLst>
        <pc:spChg chg="mod">
          <ac:chgData name="Du Deqing SGH CDAY623" userId="S::deqing.du@zf.com::952bfef8-563c-4a9e-8e04-9697c056075b" providerId="AD" clId="Web-{F9E57134-DD16-D12E-07AE-55CC42DC001C}" dt="2025-10-28T06:22:08.911" v="0" actId="20577"/>
          <ac:spMkLst>
            <pc:docMk/>
            <pc:sldMk cId="3008557697" sldId="272"/>
            <ac:spMk id="7" creationId="{83D9A4E1-FB5A-A1D8-FAC7-404168001D4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sz="100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81487-DED7-4908-9A01-0A45EDCB1D6C}" type="datetimeFigureOut">
              <a:rPr lang="de-DE" sz="1000" smtClean="0"/>
              <a:t>27.10.2025</a:t>
            </a:fld>
            <a:endParaRPr lang="de-DE" sz="10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sz="100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42A22D-1E89-46D3-A8B1-76349A9A3E3A}" type="slidenum">
              <a:rPr lang="de-DE" sz="1000" smtClean="0"/>
              <a:t>‹#›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527662289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60363" y="360363"/>
            <a:ext cx="6119812" cy="34432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60000" y="3960000"/>
            <a:ext cx="6120000" cy="48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887522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D61B4C21-2AF8-4513-9A88-12DEBB551087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262257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16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432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648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64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9999" y="1484884"/>
            <a:ext cx="8424000" cy="1057982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3600" cy="3599"/>
          </a:xfrm>
        </p:spPr>
        <p:txBody>
          <a:bodyPr/>
          <a:lstStyle>
            <a:lvl1pPr marL="0" indent="0" algn="ctr">
              <a:buNone/>
              <a:defRPr sz="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9999" y="2729931"/>
            <a:ext cx="8424000" cy="2520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8" y="438150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8235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5" y="864002"/>
            <a:ext cx="4122737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096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ts val="800"/>
              </a:lnSpc>
            </a:pPr>
            <a:endParaRPr lang="de-DE">
              <a:solidFill>
                <a:srgbClr val="00000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/>
              <a:pPr>
                <a:lnSpc>
                  <a:spcPts val="800"/>
                </a:lnSpc>
              </a:pPr>
              <a:t>‹#›</a:t>
            </a:fld>
            <a:endParaRPr lang="de-DE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1" y="864002"/>
            <a:ext cx="270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3222002" y="864002"/>
            <a:ext cx="270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6084002" y="864002"/>
            <a:ext cx="2700000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962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ts val="800"/>
              </a:lnSpc>
            </a:pPr>
            <a:endParaRPr lang="de-DE">
              <a:solidFill>
                <a:srgbClr val="00000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/>
              <a:pPr>
                <a:lnSpc>
                  <a:spcPts val="800"/>
                </a:lnSpc>
              </a:pPr>
              <a:t>‹#›</a:t>
            </a:fld>
            <a:endParaRPr lang="de-DE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3" y="863999"/>
            <a:ext cx="4122737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4660362" y="864000"/>
            <a:ext cx="4122737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360003" y="2844000"/>
            <a:ext cx="4122737" cy="180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8" name="Inhaltsplatzhalter 4"/>
          <p:cNvSpPr>
            <a:spLocks noGrp="1"/>
          </p:cNvSpPr>
          <p:nvPr>
            <p:ph sz="quarter" idx="15"/>
          </p:nvPr>
        </p:nvSpPr>
        <p:spPr>
          <a:xfrm>
            <a:off x="4660362" y="2844000"/>
            <a:ext cx="4122737" cy="180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175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ts val="800"/>
              </a:lnSpc>
            </a:pPr>
            <a:endParaRPr lang="de-DE">
              <a:solidFill>
                <a:srgbClr val="00000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/>
              <a:pPr>
                <a:lnSpc>
                  <a:spcPts val="800"/>
                </a:lnSpc>
              </a:pPr>
              <a:t>‹#›</a:t>
            </a:fld>
            <a:endParaRPr lang="de-DE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1" y="864000"/>
            <a:ext cx="2700000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3222002" y="864000"/>
            <a:ext cx="2700000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6084002" y="864000"/>
            <a:ext cx="2700000" cy="180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8" name="Inhaltsplatzhalter 4"/>
          <p:cNvSpPr>
            <a:spLocks noGrp="1"/>
          </p:cNvSpPr>
          <p:nvPr>
            <p:ph sz="quarter" idx="15"/>
          </p:nvPr>
        </p:nvSpPr>
        <p:spPr>
          <a:xfrm>
            <a:off x="360001" y="2844000"/>
            <a:ext cx="2700000" cy="180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9" name="Inhaltsplatzhalter 5"/>
          <p:cNvSpPr>
            <a:spLocks noGrp="1"/>
          </p:cNvSpPr>
          <p:nvPr>
            <p:ph sz="quarter" idx="16"/>
          </p:nvPr>
        </p:nvSpPr>
        <p:spPr>
          <a:xfrm>
            <a:off x="3222002" y="2843777"/>
            <a:ext cx="2700000" cy="180022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10" name="Inhaltsplatzhalter 6"/>
          <p:cNvSpPr>
            <a:spLocks noGrp="1"/>
          </p:cNvSpPr>
          <p:nvPr>
            <p:ph sz="quarter" idx="17"/>
          </p:nvPr>
        </p:nvSpPr>
        <p:spPr>
          <a:xfrm>
            <a:off x="6084002" y="2843777"/>
            <a:ext cx="2700000" cy="180022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6009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4122000" cy="100839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90652"/>
            <a:ext cx="3564000" cy="108000"/>
          </a:xfrm>
        </p:spPr>
        <p:txBody>
          <a:bodyPr/>
          <a:lstStyle/>
          <a:p>
            <a:pPr>
              <a:lnSpc>
                <a:spcPts val="800"/>
              </a:lnSpc>
            </a:pPr>
            <a:endParaRPr lang="de-DE">
              <a:solidFill>
                <a:srgbClr val="000000"/>
              </a:solidFill>
            </a:endParaRP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1403999"/>
            <a:ext cx="4122737" cy="324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Bildplatzhalter 2"/>
          <p:cNvSpPr>
            <a:spLocks noGrp="1"/>
          </p:cNvSpPr>
          <p:nvPr>
            <p:ph type="pic" sz="quarter" idx="12"/>
          </p:nvPr>
        </p:nvSpPr>
        <p:spPr>
          <a:xfrm>
            <a:off x="4661096" y="0"/>
            <a:ext cx="4482904" cy="51435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>
              <a:solidFill>
                <a:srgbClr val="FFFFFF"/>
              </a:solidFill>
            </a:endParaRPr>
          </a:p>
        </p:txBody>
      </p:sp>
      <p:cxnSp>
        <p:nvCxnSpPr>
          <p:cNvPr id="13" name="Gerade Verbindung 8"/>
          <p:cNvCxnSpPr/>
          <p:nvPr userDrawn="1"/>
        </p:nvCxnSpPr>
        <p:spPr>
          <a:xfrm>
            <a:off x="360004" y="4722301"/>
            <a:ext cx="4122737" cy="53"/>
          </a:xfrm>
          <a:prstGeom prst="line">
            <a:avLst/>
          </a:prstGeom>
          <a:ln w="19050" cap="rnd">
            <a:solidFill>
              <a:schemeClr val="accent4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862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4122000" cy="100839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90652"/>
            <a:ext cx="3563234" cy="108000"/>
          </a:xfrm>
        </p:spPr>
        <p:txBody>
          <a:bodyPr/>
          <a:lstStyle/>
          <a:p>
            <a:pPr>
              <a:lnSpc>
                <a:spcPts val="800"/>
              </a:lnSpc>
            </a:pPr>
            <a:endParaRPr lang="de-DE">
              <a:solidFill>
                <a:srgbClr val="000000"/>
              </a:solidFill>
            </a:endParaRPr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1403999"/>
            <a:ext cx="4122737" cy="324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6" name="Bildplatzhalter 1"/>
          <p:cNvSpPr>
            <a:spLocks noGrp="1"/>
          </p:cNvSpPr>
          <p:nvPr>
            <p:ph type="pic" sz="quarter" idx="12"/>
          </p:nvPr>
        </p:nvSpPr>
        <p:spPr>
          <a:xfrm>
            <a:off x="4661096" y="2"/>
            <a:ext cx="4482904" cy="2574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8" name="Bildplatzhalter 2"/>
          <p:cNvSpPr>
            <a:spLocks noGrp="1"/>
          </p:cNvSpPr>
          <p:nvPr>
            <p:ph type="pic" sz="quarter" idx="13"/>
          </p:nvPr>
        </p:nvSpPr>
        <p:spPr>
          <a:xfrm>
            <a:off x="4661096" y="2574002"/>
            <a:ext cx="4482904" cy="2574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>
              <a:solidFill>
                <a:srgbClr val="FFFFFF"/>
              </a:solidFill>
            </a:endParaRPr>
          </a:p>
        </p:txBody>
      </p:sp>
      <p:cxnSp>
        <p:nvCxnSpPr>
          <p:cNvPr id="10" name="Gerade Verbindung 9"/>
          <p:cNvCxnSpPr/>
          <p:nvPr/>
        </p:nvCxnSpPr>
        <p:spPr>
          <a:xfrm>
            <a:off x="360004" y="4722301"/>
            <a:ext cx="4122737" cy="53"/>
          </a:xfrm>
          <a:prstGeom prst="line">
            <a:avLst/>
          </a:prstGeom>
          <a:ln w="19050" cap="rnd">
            <a:solidFill>
              <a:schemeClr val="accent4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303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ts val="800"/>
              </a:lnSpc>
            </a:pPr>
            <a:endParaRPr lang="de-DE">
              <a:solidFill>
                <a:srgbClr val="00000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/>
              <a:pPr>
                <a:lnSpc>
                  <a:spcPts val="800"/>
                </a:lnSpc>
              </a:pPr>
              <a:t>‹#›</a:t>
            </a:fld>
            <a:endParaRPr lang="de-DE"/>
          </a:p>
        </p:txBody>
      </p:sp>
      <p:sp>
        <p:nvSpPr>
          <p:cNvPr id="5" name="Textplatzhalter 1"/>
          <p:cNvSpPr>
            <a:spLocks noGrp="1"/>
          </p:cNvSpPr>
          <p:nvPr>
            <p:ph type="body" sz="quarter" idx="12"/>
          </p:nvPr>
        </p:nvSpPr>
        <p:spPr>
          <a:xfrm>
            <a:off x="360001" y="1181760"/>
            <a:ext cx="2700000" cy="216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accent4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3222002" y="1181760"/>
            <a:ext cx="2700000" cy="216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accent4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4"/>
          </p:nvPr>
        </p:nvSpPr>
        <p:spPr>
          <a:xfrm>
            <a:off x="6084002" y="1181760"/>
            <a:ext cx="2700000" cy="216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accent4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Bildplatzhalter 1"/>
          <p:cNvSpPr>
            <a:spLocks noGrp="1"/>
          </p:cNvSpPr>
          <p:nvPr>
            <p:ph type="pic" sz="quarter" idx="15"/>
          </p:nvPr>
        </p:nvSpPr>
        <p:spPr>
          <a:xfrm>
            <a:off x="360001" y="1544879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6"/>
          </p:nvPr>
        </p:nvSpPr>
        <p:spPr>
          <a:xfrm>
            <a:off x="3222002" y="1544879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084002" y="1544879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1" name="Inhaltsplatzhalter 1"/>
          <p:cNvSpPr>
            <a:spLocks noGrp="1"/>
          </p:cNvSpPr>
          <p:nvPr>
            <p:ph sz="quarter" idx="18"/>
          </p:nvPr>
        </p:nvSpPr>
        <p:spPr>
          <a:xfrm>
            <a:off x="360001" y="3492000"/>
            <a:ext cx="2700000" cy="1152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12" name="Inhaltsplatzhalter 2"/>
          <p:cNvSpPr>
            <a:spLocks noGrp="1"/>
          </p:cNvSpPr>
          <p:nvPr>
            <p:ph sz="quarter" idx="19"/>
          </p:nvPr>
        </p:nvSpPr>
        <p:spPr>
          <a:xfrm>
            <a:off x="3222002" y="3492000"/>
            <a:ext cx="2700000" cy="1152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13" name="Inhaltsplatzhalter 3"/>
          <p:cNvSpPr>
            <a:spLocks noGrp="1"/>
          </p:cNvSpPr>
          <p:nvPr>
            <p:ph sz="quarter" idx="20"/>
          </p:nvPr>
        </p:nvSpPr>
        <p:spPr>
          <a:xfrm>
            <a:off x="6084002" y="3492000"/>
            <a:ext cx="2700000" cy="1152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2852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ts val="800"/>
              </a:lnSpc>
            </a:pPr>
            <a:endParaRPr lang="de-DE">
              <a:solidFill>
                <a:srgbClr val="00000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/>
              <a:pPr>
                <a:lnSpc>
                  <a:spcPts val="800"/>
                </a:lnSpc>
              </a:pPr>
              <a:t>‹#›</a:t>
            </a:fld>
            <a:endParaRPr lang="de-DE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2"/>
          </p:nvPr>
        </p:nvSpPr>
        <p:spPr>
          <a:xfrm>
            <a:off x="0" y="864002"/>
            <a:ext cx="9144000" cy="3780000"/>
          </a:xfr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defRPr lang="de-DE"/>
            </a:lvl1pPr>
          </a:lstStyle>
          <a:p>
            <a:pPr lvl="0"/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4532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430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2781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5" y="864003"/>
            <a:ext cx="4122737" cy="378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0013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863999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0004" y="2844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1875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3" y="2844000"/>
            <a:ext cx="4122737" cy="180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8" name="Bildplatzhalter 1">
            <a:extLst>
              <a:ext uri="{FF2B5EF4-FFF2-40B4-BE49-F238E27FC236}">
                <a16:creationId xmlns:a16="http://schemas.microsoft.com/office/drawing/2014/main" id="{4244940D-BCF9-4854-A262-67E8EFBBB0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863999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8856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Pictures 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864000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864002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4657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863999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864001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76A22173-963E-47DA-BA5E-830D62C65C4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0004" y="2844557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6940BFB-5824-458B-B1F2-E9406433E6B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02741" y="2844557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11660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8E6E9FE-CE6E-4809-89BC-5C2FBA8FD1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0004" y="2843999"/>
            <a:ext cx="4122737" cy="180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863999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864001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4450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 hasCustomPrompt="1"/>
          </p:nvPr>
        </p:nvSpPr>
        <p:spPr>
          <a:xfrm>
            <a:off x="360002" y="4104168"/>
            <a:ext cx="8424000" cy="539833"/>
          </a:xfrm>
        </p:spPr>
        <p:txBody>
          <a:bodyPr/>
          <a:lstStyle>
            <a:lvl2pPr marL="0" indent="0">
              <a:buNone/>
              <a:defRPr/>
            </a:lvl2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2" y="864001"/>
            <a:ext cx="8424000" cy="2879111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43574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nePa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4122737" cy="988702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3B23CF99-FA45-4D2B-9C4A-45F0852BC6AC}"/>
              </a:ext>
            </a:extLst>
          </p:cNvPr>
          <p:cNvSpPr/>
          <p:nvPr userDrawn="1"/>
        </p:nvSpPr>
        <p:spPr>
          <a:xfrm>
            <a:off x="366150" y="1584945"/>
            <a:ext cx="4122737" cy="305905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1BC1947-F90E-4108-BDBE-CB4CEDB4EE14}"/>
              </a:ext>
            </a:extLst>
          </p:cNvPr>
          <p:cNvGrpSpPr/>
          <p:nvPr userDrawn="1"/>
        </p:nvGrpSpPr>
        <p:grpSpPr>
          <a:xfrm>
            <a:off x="360005" y="1334741"/>
            <a:ext cx="4122737" cy="309862"/>
            <a:chOff x="360004" y="1268893"/>
            <a:chExt cx="4122737" cy="309958"/>
          </a:xfrm>
        </p:grpSpPr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AC4EEC6B-33B4-4AFA-AB2D-9019D9F42416}"/>
                </a:ext>
              </a:extLst>
            </p:cNvPr>
            <p:cNvSpPr txBox="1"/>
            <p:nvPr userDrawn="1"/>
          </p:nvSpPr>
          <p:spPr>
            <a:xfrm>
              <a:off x="360004" y="1268893"/>
              <a:ext cx="985039" cy="309958"/>
            </a:xfrm>
            <a:prstGeom prst="rect">
              <a:avLst/>
            </a:prstGeom>
            <a:noFill/>
          </p:spPr>
          <p:txBody>
            <a:bodyPr wrap="square" lIns="0" tIns="46800" rIns="90000" bIns="46800" rtlCol="0">
              <a:spAutoFit/>
            </a:bodyPr>
            <a:lstStyle/>
            <a:p>
              <a:pPr marL="0" marR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2"/>
                </a:buClr>
                <a:buSzTx/>
                <a:buFont typeface="Tahoma" panose="020B0604030504040204" pitchFamily="34" charset="0"/>
                <a:buNone/>
                <a:tabLst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KEY FACTS</a:t>
              </a:r>
            </a:p>
          </p:txBody>
        </p:sp>
        <p:cxnSp>
          <p:nvCxnSpPr>
            <p:cNvPr id="18" name="Straight Connector 8">
              <a:extLst>
                <a:ext uri="{FF2B5EF4-FFF2-40B4-BE49-F238E27FC236}">
                  <a16:creationId xmlns:a16="http://schemas.microsoft.com/office/drawing/2014/main" id="{EEC636F3-CF5B-4F9E-A7A2-6CE23B22CE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50741" y="1505965"/>
              <a:ext cx="3132000" cy="0"/>
            </a:xfrm>
            <a:prstGeom prst="line">
              <a:avLst/>
            </a:prstGeom>
            <a:noFill/>
            <a:ln w="6350" cap="rnd" cmpd="sng" algn="ctr">
              <a:solidFill>
                <a:srgbClr val="00ABE7"/>
              </a:solidFill>
              <a:prstDash val="solid"/>
              <a:round/>
            </a:ln>
            <a:effectLst/>
          </p:spPr>
        </p:cxnSp>
      </p:grpSp>
      <p:sp>
        <p:nvSpPr>
          <p:cNvPr id="19" name="Textplatzhalter 1">
            <a:extLst>
              <a:ext uri="{FF2B5EF4-FFF2-40B4-BE49-F238E27FC236}">
                <a16:creationId xmlns:a16="http://schemas.microsoft.com/office/drawing/2014/main" id="{E34BF2C1-6858-4258-9D7A-6932A422D0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5" y="1853628"/>
            <a:ext cx="4122737" cy="323900"/>
          </a:xfrm>
        </p:spPr>
        <p:txBody>
          <a:bodyPr lIns="72000" rIns="72000" anchor="b" anchorCtr="0"/>
          <a:lstStyle>
            <a:lvl1pPr>
              <a:defRPr sz="14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Fact</a:t>
            </a: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6B0EAC18-56A4-4F9D-B791-1276F33D43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005" y="2243620"/>
            <a:ext cx="4122737" cy="431867"/>
          </a:xfrm>
        </p:spPr>
        <p:txBody>
          <a:bodyPr lIns="72000" rIns="720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Subline</a:t>
            </a:r>
            <a:br>
              <a:rPr lang="de-DE"/>
            </a:br>
            <a:r>
              <a:rPr lang="de-DE"/>
              <a:t>Line 2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F2E5AA21-A336-4144-AC1B-55B16A0EDF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5" y="2804160"/>
            <a:ext cx="4122737" cy="323900"/>
          </a:xfrm>
        </p:spPr>
        <p:txBody>
          <a:bodyPr lIns="72000" rIns="72000" anchor="b" anchorCtr="0"/>
          <a:lstStyle>
            <a:lvl1pPr>
              <a:defRPr sz="14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Fact</a:t>
            </a:r>
          </a:p>
        </p:txBody>
      </p:sp>
      <p:sp>
        <p:nvSpPr>
          <p:cNvPr id="20" name="Textplatzhalter 4">
            <a:extLst>
              <a:ext uri="{FF2B5EF4-FFF2-40B4-BE49-F238E27FC236}">
                <a16:creationId xmlns:a16="http://schemas.microsoft.com/office/drawing/2014/main" id="{D680C08A-C4D9-4C2D-BBA2-205BA49B9D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5" y="3194153"/>
            <a:ext cx="4122737" cy="431867"/>
          </a:xfrm>
        </p:spPr>
        <p:txBody>
          <a:bodyPr lIns="72000" rIns="720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Subline</a:t>
            </a:r>
            <a:br>
              <a:rPr lang="de-DE"/>
            </a:br>
            <a:r>
              <a:rPr lang="de-DE"/>
              <a:t>Line 2</a:t>
            </a:r>
          </a:p>
        </p:txBody>
      </p:sp>
      <p:sp>
        <p:nvSpPr>
          <p:cNvPr id="21" name="Textplatzhalter 5">
            <a:extLst>
              <a:ext uri="{FF2B5EF4-FFF2-40B4-BE49-F238E27FC236}">
                <a16:creationId xmlns:a16="http://schemas.microsoft.com/office/drawing/2014/main" id="{D25774EB-F94F-4196-AA22-F826674E86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005" y="3775158"/>
            <a:ext cx="4122737" cy="323900"/>
          </a:xfrm>
        </p:spPr>
        <p:txBody>
          <a:bodyPr lIns="72000" rIns="72000" anchor="b" anchorCtr="0"/>
          <a:lstStyle>
            <a:lvl1pPr>
              <a:defRPr sz="1400" b="1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Fact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38C27363-3949-4BEF-A58D-7A9F9BB72F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5" y="4144687"/>
            <a:ext cx="4122737" cy="431867"/>
          </a:xfrm>
        </p:spPr>
        <p:txBody>
          <a:bodyPr lIns="72000" rIns="72000"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Subline</a:t>
            </a:r>
            <a:br>
              <a:rPr lang="de-DE"/>
            </a:br>
            <a:r>
              <a:rPr lang="de-DE"/>
              <a:t>Line 2</a:t>
            </a:r>
          </a:p>
        </p:txBody>
      </p:sp>
      <p:sp>
        <p:nvSpPr>
          <p:cNvPr id="27" name="Inhaltsplatzhalter 3">
            <a:extLst>
              <a:ext uri="{FF2B5EF4-FFF2-40B4-BE49-F238E27FC236}">
                <a16:creationId xmlns:a16="http://schemas.microsoft.com/office/drawing/2014/main" id="{DB9CCFB0-B14E-4462-8275-F6BA2DFA2D3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61096" y="143956"/>
            <a:ext cx="4122000" cy="450004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210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2" name="Gruppieren 1"/>
          <p:cNvGrpSpPr/>
          <p:nvPr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4" name="Text Box 10"/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5" name="Gerade Verbindung 14"/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Grafik 11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2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90652"/>
            <a:ext cx="522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endParaRPr lang="de-DE">
              <a:solidFill>
                <a:srgbClr val="FFFFFF"/>
              </a:solidFill>
            </a:endParaRPr>
          </a:p>
        </p:txBody>
      </p:sp>
      <p:sp>
        <p:nvSpPr>
          <p:cNvPr id="23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8604001" y="4890652"/>
            <a:ext cx="18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>
              <a:solidFill>
                <a:srgbClr val="FFFFFF"/>
              </a:solidFill>
            </a:endParaRPr>
          </a:p>
        </p:txBody>
      </p:sp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1057982"/>
          </a:xfrm>
        </p:spPr>
        <p:txBody>
          <a:bodyPr wrap="none" lIns="0" tIns="0" rIns="0" bIns="0">
            <a:noAutofit/>
          </a:bodyPr>
          <a:lstStyle>
            <a:lvl1pPr>
              <a:defRPr lang="de-DE" sz="7200" b="1" kern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59999" y="1338593"/>
            <a:ext cx="8424000" cy="461665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000" b="1" kern="1200" dirty="0">
                <a:solidFill>
                  <a:schemeClr val="bg1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altLang="zh-CN"/>
              <a:t>Click to edit Master text styles</a:t>
            </a:r>
          </a:p>
        </p:txBody>
      </p:sp>
      <p:sp>
        <p:nvSpPr>
          <p:cNvPr id="13" name="Textfeld 12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4636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and 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18" name="Textplatzhalter 12"/>
          <p:cNvSpPr>
            <a:spLocks noGrp="1"/>
          </p:cNvSpPr>
          <p:nvPr>
            <p:ph type="body" sz="quarter" idx="12"/>
          </p:nvPr>
        </p:nvSpPr>
        <p:spPr>
          <a:xfrm>
            <a:off x="360001" y="438150"/>
            <a:ext cx="6706589" cy="105798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6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2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90652"/>
            <a:ext cx="522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endParaRPr lang="de-DE">
              <a:solidFill>
                <a:srgbClr val="FFFFFF"/>
              </a:solidFill>
            </a:endParaRPr>
          </a:p>
        </p:txBody>
      </p:sp>
      <p:sp>
        <p:nvSpPr>
          <p:cNvPr id="14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8604001" y="4890652"/>
            <a:ext cx="18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>
              <a:solidFill>
                <a:srgbClr val="FFFFFF"/>
              </a:solidFill>
            </a:endParaRPr>
          </a:p>
        </p:txBody>
      </p:sp>
      <p:grpSp>
        <p:nvGrpSpPr>
          <p:cNvPr id="16" name="Gruppieren 15"/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7" name="Text Box 10"/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20" name="Gerade Verbindung 19"/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Grafik 2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11" name="Textfeld 10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5177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8" name="Gruppieren 7"/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9" name="Text Box 10"/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0" name="Gerade Verbindung 9"/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Grafik 1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2626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8" name="Text Box 10"/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9" name="Gerade Verbindung 8"/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3610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6" name="Gruppieren 5"/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7" name="Text Box 10"/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8" name="Gerade Verbindung 7"/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afik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2991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Picture II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DBBEBD73-2CD8-46CA-9CCA-F2A581067279}"/>
              </a:ext>
            </a:extLst>
          </p:cNvPr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12D70085-D491-4B7E-82E2-6A377FF3F9E8}"/>
              </a:ext>
            </a:extLst>
          </p:cNvPr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2D9DBB93-3AFB-4553-916B-2A17CC72F7C9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4" name="Gerade Verbindung 7">
              <a:extLst>
                <a:ext uri="{FF2B5EF4-FFF2-40B4-BE49-F238E27FC236}">
                  <a16:creationId xmlns:a16="http://schemas.microsoft.com/office/drawing/2014/main" id="{78246845-3A96-4A03-9FB8-0BDD36E09A19}"/>
                </a:ext>
              </a:extLst>
            </p:cNvPr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AC241905-1CD8-4733-9B38-2B12EF1D99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5" y="864003"/>
            <a:ext cx="4122737" cy="378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42614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two Pictures II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55E3D64A-3A09-41C8-A3A4-91CCF15BEED0}"/>
              </a:ext>
            </a:extLst>
          </p:cNvPr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25751EED-6898-4C4C-8A3D-F4336D3AF0C8}"/>
              </a:ext>
            </a:extLst>
          </p:cNvPr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EECED83C-AD55-4FC0-A229-F1B295606742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6" name="Gerade Verbindung 7">
              <a:extLst>
                <a:ext uri="{FF2B5EF4-FFF2-40B4-BE49-F238E27FC236}">
                  <a16:creationId xmlns:a16="http://schemas.microsoft.com/office/drawing/2014/main" id="{4BE1FAAA-6F6F-4D28-A4E3-E47532F20FF8}"/>
                </a:ext>
              </a:extLst>
            </p:cNvPr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0BD19E2C-C0B6-46BC-A9A3-38C3644992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863999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0004" y="2844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82608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with Picture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DF8F4CD7-C19E-4BE9-9767-DBDB6073F4F9}"/>
              </a:ext>
            </a:extLst>
          </p:cNvPr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104D776-5902-4241-AB7D-91C75C6904F9}"/>
              </a:ext>
            </a:extLst>
          </p:cNvPr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824F4A33-6BDB-4E6D-BF78-6687C033CEC0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4" name="Gerade Verbindung 7">
              <a:extLst>
                <a:ext uri="{FF2B5EF4-FFF2-40B4-BE49-F238E27FC236}">
                  <a16:creationId xmlns:a16="http://schemas.microsoft.com/office/drawing/2014/main" id="{2EF6002E-B749-4141-A0C7-7613296C8B01}"/>
                </a:ext>
              </a:extLst>
            </p:cNvPr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122BE00F-EA87-4573-B0B1-056A78D7BC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3" y="2844000"/>
            <a:ext cx="4122737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Bildplatzhalter 1">
            <a:extLst>
              <a:ext uri="{FF2B5EF4-FFF2-40B4-BE49-F238E27FC236}">
                <a16:creationId xmlns:a16="http://schemas.microsoft.com/office/drawing/2014/main" id="{4244940D-BCF9-4854-A262-67E8EFBBB0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863999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38103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two Pictures III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9F484220-BB4A-4B3C-93FB-4F87435A1FB0}"/>
              </a:ext>
            </a:extLst>
          </p:cNvPr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F9D652B-6629-4C62-9442-04ECA0BE95A5}"/>
              </a:ext>
            </a:extLst>
          </p:cNvPr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F00E673A-B66C-48A0-B356-7A83243FBF2A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6" name="Gerade Verbindung 7">
              <a:extLst>
                <a:ext uri="{FF2B5EF4-FFF2-40B4-BE49-F238E27FC236}">
                  <a16:creationId xmlns:a16="http://schemas.microsoft.com/office/drawing/2014/main" id="{9A2A519E-DACD-4122-A760-9F374B8B9819}"/>
                </a:ext>
              </a:extLst>
            </p:cNvPr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F26A5605-7DA8-49BC-93D0-FE57A110DD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864000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864002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9237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four Pictures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5B274DCC-0F14-4867-ADEB-F7738D13C862}"/>
              </a:ext>
            </a:extLst>
          </p:cNvPr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63865197-382F-47E2-853A-CB850DF71CF0}"/>
              </a:ext>
            </a:extLst>
          </p:cNvPr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7" name="Text Box 10">
              <a:extLst>
                <a:ext uri="{FF2B5EF4-FFF2-40B4-BE49-F238E27FC236}">
                  <a16:creationId xmlns:a16="http://schemas.microsoft.com/office/drawing/2014/main" id="{7E71EFED-7D75-44F8-B256-215C26BCAEC9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8" name="Gerade Verbindung 7">
              <a:extLst>
                <a:ext uri="{FF2B5EF4-FFF2-40B4-BE49-F238E27FC236}">
                  <a16:creationId xmlns:a16="http://schemas.microsoft.com/office/drawing/2014/main" id="{579EE350-38FC-42EC-AEE0-5B48EBF63D31}"/>
                </a:ext>
              </a:extLst>
            </p:cNvPr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37599789-2673-40F8-8C0B-D36580AB9B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863999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864001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76A22173-963E-47DA-BA5E-830D62C65C4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0004" y="2844557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6940BFB-5824-458B-B1F2-E9406433E6B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02741" y="2844557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95685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with two Pictures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C31A0983-F2CB-4E35-A255-D2870F296B98}"/>
              </a:ext>
            </a:extLst>
          </p:cNvPr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61C22901-48DF-4352-A02E-EC0165A82424}"/>
              </a:ext>
            </a:extLst>
          </p:cNvPr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2D533022-5D00-4D79-837E-F07A93F2E880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6" name="Gerade Verbindung 7">
              <a:extLst>
                <a:ext uri="{FF2B5EF4-FFF2-40B4-BE49-F238E27FC236}">
                  <a16:creationId xmlns:a16="http://schemas.microsoft.com/office/drawing/2014/main" id="{61B05584-8BF7-4A44-9CFD-2DD03BC230F6}"/>
                </a:ext>
              </a:extLst>
            </p:cNvPr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87934BD3-FB56-43F0-92F0-58370BE219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8E6E9FE-CE6E-4809-89BC-5C2FBA8FD1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0004" y="2843999"/>
            <a:ext cx="4122737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864002"/>
            <a:ext cx="4122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863999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864001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56824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Key Message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F03B3FAF-30A7-4AD0-9601-E818DC84BD70}"/>
              </a:ext>
            </a:extLst>
          </p:cNvPr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8E0AE35-0F63-4735-BF52-E446F4531140}"/>
              </a:ext>
            </a:extLst>
          </p:cNvPr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CF4EE2F8-A69F-4561-B9C5-6EACBE507ACA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4" name="Gerade Verbindung 7">
              <a:extLst>
                <a:ext uri="{FF2B5EF4-FFF2-40B4-BE49-F238E27FC236}">
                  <a16:creationId xmlns:a16="http://schemas.microsoft.com/office/drawing/2014/main" id="{65A238EF-BFD2-470F-B4F4-FBD601D15326}"/>
                </a:ext>
              </a:extLst>
            </p:cNvPr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46F3264B-7416-4B3D-90DD-4AFEB41FDA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 hasCustomPrompt="1"/>
          </p:nvPr>
        </p:nvSpPr>
        <p:spPr>
          <a:xfrm>
            <a:off x="360002" y="4104168"/>
            <a:ext cx="8424000" cy="5398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2" y="864001"/>
            <a:ext cx="8424000" cy="2879111"/>
          </a:xfrm>
          <a:solidFill>
            <a:schemeClr val="bg2"/>
          </a:solidFill>
        </p:spPr>
        <p:txBody>
          <a:bodyPr/>
          <a:lstStyle/>
          <a:p>
            <a:r>
              <a:rPr lang="en-US" altLang="zh-CN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76495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OnePager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DBBEBD73-2CD8-46CA-9CCA-F2A581067279}"/>
              </a:ext>
            </a:extLst>
          </p:cNvPr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gradFill>
            <a:gsLst>
              <a:gs pos="0">
                <a:srgbClr val="1179BF"/>
              </a:gs>
              <a:gs pos="50000">
                <a:srgbClr val="004D7A"/>
              </a:gs>
              <a:gs pos="100000">
                <a:srgbClr val="001024"/>
              </a:gs>
            </a:gsLst>
            <a:lin ang="5400000" scaled="0"/>
          </a:gra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Aft>
                <a:spcPct val="0"/>
              </a:spcAft>
            </a:pPr>
            <a:endParaRPr lang="de-DE" sz="1200" err="1">
              <a:solidFill>
                <a:srgbClr val="000000"/>
              </a:solidFill>
              <a:cs typeface="Tahoma" pitchFamily="34" charset="0"/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12D70085-D491-4B7E-82E2-6A377FF3F9E8}"/>
              </a:ext>
            </a:extLst>
          </p:cNvPr>
          <p:cNvGrpSpPr/>
          <p:nvPr userDrawn="1"/>
        </p:nvGrpSpPr>
        <p:grpSpPr>
          <a:xfrm>
            <a:off x="360002" y="4722301"/>
            <a:ext cx="8424000" cy="366353"/>
            <a:chOff x="360001" y="4722299"/>
            <a:chExt cx="8424000" cy="366353"/>
          </a:xfrm>
        </p:grpSpPr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2D9DBB93-3AFB-4553-916B-2A17CC72F7C9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98308"/>
              <a:ext cx="900000" cy="92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r" fontAlgn="base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de-DE" sz="600">
                  <a:solidFill>
                    <a:srgbClr val="FFFFFF"/>
                  </a:solidFill>
                </a:rPr>
                <a:t>© ZF Friedrichshafen AG</a:t>
              </a:r>
            </a:p>
          </p:txBody>
        </p:sp>
        <p:cxnSp>
          <p:nvCxnSpPr>
            <p:cNvPr id="14" name="Gerade Verbindung 7">
              <a:extLst>
                <a:ext uri="{FF2B5EF4-FFF2-40B4-BE49-F238E27FC236}">
                  <a16:creationId xmlns:a16="http://schemas.microsoft.com/office/drawing/2014/main" id="{78246845-3A96-4A03-9FB8-0BDD36E09A19}"/>
                </a:ext>
              </a:extLst>
            </p:cNvPr>
            <p:cNvCxnSpPr/>
            <p:nvPr userDrawn="1"/>
          </p:nvCxnSpPr>
          <p:spPr>
            <a:xfrm>
              <a:off x="360001" y="4722299"/>
              <a:ext cx="8424000" cy="53"/>
            </a:xfrm>
            <a:prstGeom prst="line">
              <a:avLst/>
            </a:prstGeom>
            <a:ln w="19050" cap="rnd">
              <a:solidFill>
                <a:schemeClr val="bg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AC241905-1CD8-4733-9B38-2B12EF1D99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01" y="4800652"/>
              <a:ext cx="288000" cy="288000"/>
            </a:xfrm>
            <a:prstGeom prst="rect">
              <a:avLst/>
            </a:prstGeom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4122737" cy="98870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de-DE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143957"/>
            <a:ext cx="4122000" cy="450004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3B23CF99-FA45-4D2B-9C4A-45F0852BC6AC}"/>
              </a:ext>
            </a:extLst>
          </p:cNvPr>
          <p:cNvSpPr/>
          <p:nvPr userDrawn="1"/>
        </p:nvSpPr>
        <p:spPr>
          <a:xfrm>
            <a:off x="366150" y="1584945"/>
            <a:ext cx="4122737" cy="3059056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1BC1947-F90E-4108-BDBE-CB4CEDB4EE14}"/>
              </a:ext>
            </a:extLst>
          </p:cNvPr>
          <p:cNvGrpSpPr/>
          <p:nvPr userDrawn="1"/>
        </p:nvGrpSpPr>
        <p:grpSpPr>
          <a:xfrm>
            <a:off x="360005" y="1334741"/>
            <a:ext cx="4122737" cy="309862"/>
            <a:chOff x="360004" y="1268893"/>
            <a:chExt cx="4122737" cy="309958"/>
          </a:xfrm>
        </p:grpSpPr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AC4EEC6B-33B4-4AFA-AB2D-9019D9F42416}"/>
                </a:ext>
              </a:extLst>
            </p:cNvPr>
            <p:cNvSpPr txBox="1"/>
            <p:nvPr userDrawn="1"/>
          </p:nvSpPr>
          <p:spPr>
            <a:xfrm>
              <a:off x="360004" y="1268893"/>
              <a:ext cx="985039" cy="309958"/>
            </a:xfrm>
            <a:prstGeom prst="rect">
              <a:avLst/>
            </a:prstGeom>
            <a:noFill/>
          </p:spPr>
          <p:txBody>
            <a:bodyPr wrap="square" lIns="0" tIns="46800" rIns="90000" bIns="46800" rtlCol="0">
              <a:spAutoFit/>
            </a:bodyPr>
            <a:lstStyle/>
            <a:p>
              <a:pPr marL="0" marR="0" indent="0" algn="l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tx2"/>
                </a:buClr>
                <a:buSzTx/>
                <a:buFont typeface="Tahoma" panose="020B0604030504040204" pitchFamily="34" charset="0"/>
                <a:buNone/>
                <a:tabLst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KEY FACTS</a:t>
              </a:r>
            </a:p>
          </p:txBody>
        </p:sp>
        <p:cxnSp>
          <p:nvCxnSpPr>
            <p:cNvPr id="18" name="Straight Connector 8">
              <a:extLst>
                <a:ext uri="{FF2B5EF4-FFF2-40B4-BE49-F238E27FC236}">
                  <a16:creationId xmlns:a16="http://schemas.microsoft.com/office/drawing/2014/main" id="{EEC636F3-CF5B-4F9E-A7A2-6CE23B22CE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50741" y="1505965"/>
              <a:ext cx="3132000" cy="0"/>
            </a:xfrm>
            <a:prstGeom prst="line">
              <a:avLst/>
            </a:prstGeom>
            <a:noFill/>
            <a:ln w="6350" cap="rnd" cmpd="sng" algn="ctr">
              <a:solidFill>
                <a:srgbClr val="00ABE7"/>
              </a:solidFill>
              <a:prstDash val="solid"/>
              <a:round/>
            </a:ln>
            <a:effectLst/>
          </p:spPr>
        </p:cxnSp>
      </p:grpSp>
      <p:sp>
        <p:nvSpPr>
          <p:cNvPr id="19" name="Textplatzhalter 1">
            <a:extLst>
              <a:ext uri="{FF2B5EF4-FFF2-40B4-BE49-F238E27FC236}">
                <a16:creationId xmlns:a16="http://schemas.microsoft.com/office/drawing/2014/main" id="{E34BF2C1-6858-4258-9D7A-6932A422D0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5" y="1853628"/>
            <a:ext cx="4122737" cy="323900"/>
          </a:xfrm>
        </p:spPr>
        <p:txBody>
          <a:bodyPr lIns="72000" rIns="72000" anchor="b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Fact</a:t>
            </a: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6B0EAC18-56A4-4F9D-B791-1276F33D43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005" y="2243620"/>
            <a:ext cx="4122737" cy="431867"/>
          </a:xfrm>
        </p:spPr>
        <p:txBody>
          <a:bodyPr lIns="72000" rIns="72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Subline</a:t>
            </a:r>
            <a:br>
              <a:rPr lang="de-DE"/>
            </a:br>
            <a:r>
              <a:rPr lang="de-DE"/>
              <a:t>Line 2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F2E5AA21-A336-4144-AC1B-55B16A0EDF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5" y="2804160"/>
            <a:ext cx="4122737" cy="323900"/>
          </a:xfrm>
        </p:spPr>
        <p:txBody>
          <a:bodyPr lIns="72000" rIns="72000" anchor="b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Fact</a:t>
            </a:r>
          </a:p>
        </p:txBody>
      </p:sp>
      <p:sp>
        <p:nvSpPr>
          <p:cNvPr id="20" name="Textplatzhalter 4">
            <a:extLst>
              <a:ext uri="{FF2B5EF4-FFF2-40B4-BE49-F238E27FC236}">
                <a16:creationId xmlns:a16="http://schemas.microsoft.com/office/drawing/2014/main" id="{D680C08A-C4D9-4C2D-BBA2-205BA49B9D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5" y="3194153"/>
            <a:ext cx="4122737" cy="431867"/>
          </a:xfrm>
        </p:spPr>
        <p:txBody>
          <a:bodyPr lIns="72000" rIns="72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Subline</a:t>
            </a:r>
            <a:br>
              <a:rPr lang="de-DE"/>
            </a:br>
            <a:r>
              <a:rPr lang="de-DE"/>
              <a:t>Line 2</a:t>
            </a:r>
          </a:p>
        </p:txBody>
      </p:sp>
      <p:sp>
        <p:nvSpPr>
          <p:cNvPr id="21" name="Textplatzhalter 5">
            <a:extLst>
              <a:ext uri="{FF2B5EF4-FFF2-40B4-BE49-F238E27FC236}">
                <a16:creationId xmlns:a16="http://schemas.microsoft.com/office/drawing/2014/main" id="{D25774EB-F94F-4196-AA22-F826674E86B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005" y="3775158"/>
            <a:ext cx="4122737" cy="323900"/>
          </a:xfrm>
        </p:spPr>
        <p:txBody>
          <a:bodyPr lIns="72000" rIns="72000" anchor="b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Fact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38C27363-3949-4BEF-A58D-7A9F9BB72F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5" y="4144687"/>
            <a:ext cx="4122737" cy="431867"/>
          </a:xfrm>
        </p:spPr>
        <p:txBody>
          <a:bodyPr lIns="72000" rIns="72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Subline</a:t>
            </a:r>
            <a:br>
              <a:rPr lang="de-DE"/>
            </a:br>
            <a:r>
              <a:rPr lang="de-DE"/>
              <a:t>Line 2</a:t>
            </a:r>
          </a:p>
        </p:txBody>
      </p:sp>
    </p:spTree>
    <p:extLst>
      <p:ext uri="{BB962C8B-B14F-4D97-AF65-F5344CB8AC3E}">
        <p14:creationId xmlns:p14="http://schemas.microsoft.com/office/powerpoint/2010/main" val="97445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60364" y="143956"/>
            <a:ext cx="8424001" cy="5938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60002" y="864002"/>
            <a:ext cx="8424000" cy="37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29391" y="4890653"/>
            <a:ext cx="52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04001" y="4890653"/>
            <a:ext cx="18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1">
                <a:solidFill>
                  <a:schemeClr val="accent4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black">
          <a:xfrm>
            <a:off x="7607032" y="4898308"/>
            <a:ext cx="900000" cy="92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</a:bodyPr>
          <a:lstStyle/>
          <a:p>
            <a:pPr algn="r" fontAlgn="base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600">
                <a:solidFill>
                  <a:srgbClr val="000000"/>
                </a:solidFill>
              </a:rPr>
              <a:t>© ZF Friedrichshafen AG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360002" y="4722301"/>
            <a:ext cx="8424000" cy="53"/>
          </a:xfrm>
          <a:prstGeom prst="line">
            <a:avLst/>
          </a:prstGeom>
          <a:ln w="19050" cap="rnd">
            <a:solidFill>
              <a:schemeClr val="accent4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CC0EC9A7-0F78-4BCD-A456-48B3D296E354}"/>
              </a:ext>
            </a:extLst>
          </p:cNvPr>
          <p:cNvPicPr>
            <a:picLocks noChangeAspect="1"/>
          </p:cNvPicPr>
          <p:nvPr userDrawn="1"/>
        </p:nvPicPr>
        <p:blipFill>
          <a:blip r:embed="rId3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1" y="4800652"/>
            <a:ext cx="288000" cy="287911"/>
          </a:xfrm>
          <a:prstGeom prst="rect">
            <a:avLst/>
          </a:prstGeom>
        </p:spPr>
      </p:pic>
      <p:sp>
        <p:nvSpPr>
          <p:cNvPr id="4" name="MSIPCMContentMarking" descr="{&quot;HashCode&quot;:-1285620964,&quot;Placement&quot;:&quot;Header&quot;,&quot;Top&quot;:0.0,&quot;Left&quot;:666.5907,&quot;SlideWidth&quot;:720,&quot;SlideHeight&quot;:405}">
            <a:extLst>
              <a:ext uri="{FF2B5EF4-FFF2-40B4-BE49-F238E27FC236}">
                <a16:creationId xmlns:a16="http://schemas.microsoft.com/office/drawing/2014/main" id="{8CCD6FC8-8A61-0B28-FD49-8CE895DE8D68}"/>
              </a:ext>
            </a:extLst>
          </p:cNvPr>
          <p:cNvSpPr txBox="1"/>
          <p:nvPr userDrawn="1"/>
        </p:nvSpPr>
        <p:spPr>
          <a:xfrm>
            <a:off x="8465702" y="0"/>
            <a:ext cx="678298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marL="0" marR="0" indent="0" algn="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</a:rPr>
              <a:t>Internal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02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7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54" r:id="rId11"/>
    <p:sldLayoutId id="2147483655" r:id="rId12"/>
    <p:sldLayoutId id="2147483693" r:id="rId13"/>
    <p:sldLayoutId id="2147483694" r:id="rId14"/>
    <p:sldLayoutId id="2147483695" r:id="rId15"/>
    <p:sldLayoutId id="2147483696" r:id="rId16"/>
    <p:sldLayoutId id="2147483698" r:id="rId17"/>
    <p:sldLayoutId id="2147483699" r:id="rId18"/>
    <p:sldLayoutId id="2147483700" r:id="rId19"/>
    <p:sldLayoutId id="2147483710" r:id="rId20"/>
    <p:sldLayoutId id="2147483684" r:id="rId21"/>
    <p:sldLayoutId id="2147483685" r:id="rId22"/>
    <p:sldLayoutId id="2147483688" r:id="rId23"/>
    <p:sldLayoutId id="2147483689" r:id="rId24"/>
    <p:sldLayoutId id="2147483690" r:id="rId25"/>
    <p:sldLayoutId id="2147483701" r:id="rId26"/>
    <p:sldLayoutId id="2147483702" r:id="rId27"/>
    <p:sldLayoutId id="2147483703" r:id="rId28"/>
    <p:sldLayoutId id="2147483704" r:id="rId29"/>
    <p:sldLayoutId id="2147483705" r:id="rId30"/>
    <p:sldLayoutId id="2147483706" r:id="rId31"/>
    <p:sldLayoutId id="2147483708" r:id="rId32"/>
    <p:sldLayoutId id="2147483709" r:id="rId3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30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00" indent="-216000" algn="l" defTabSz="914400" rtl="0" eaLnBrk="1" latinLnBrk="0" hangingPunct="1">
        <a:spcBef>
          <a:spcPts val="0"/>
        </a:spcBef>
        <a:spcAft>
          <a:spcPts val="300"/>
        </a:spcAft>
        <a:buClr>
          <a:schemeClr val="tx2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216000" algn="l" defTabSz="914400" rtl="0" eaLnBrk="1" latinLnBrk="0" hangingPunct="1">
        <a:spcBef>
          <a:spcPts val="0"/>
        </a:spcBef>
        <a:spcAft>
          <a:spcPts val="300"/>
        </a:spcAft>
        <a:buClr>
          <a:schemeClr val="tx2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00" indent="-216000" algn="l" defTabSz="914400" rtl="0" eaLnBrk="1" latinLnBrk="0" hangingPunct="1">
        <a:spcBef>
          <a:spcPts val="0"/>
        </a:spcBef>
        <a:spcAft>
          <a:spcPts val="300"/>
        </a:spcAft>
        <a:buClr>
          <a:schemeClr val="tx2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216000" algn="l" defTabSz="914400" rtl="0" eaLnBrk="1" latinLnBrk="0" hangingPunct="1">
        <a:spcBef>
          <a:spcPts val="0"/>
        </a:spcBef>
        <a:spcAft>
          <a:spcPts val="300"/>
        </a:spcAft>
        <a:buClr>
          <a:schemeClr val="tx2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A0E24-DF24-4F4A-F5C3-4AA599D0C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0B229-129A-3630-7CDD-0BB509DA4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3" y="75943"/>
            <a:ext cx="8424001" cy="593817"/>
          </a:xfrm>
        </p:spPr>
        <p:txBody>
          <a:bodyPr/>
          <a:lstStyle/>
          <a:p>
            <a:r>
              <a:rPr lang="en-US" altLang="zh-CN"/>
              <a:t>Market HDC function</a:t>
            </a:r>
            <a:br>
              <a:rPr lang="en-US" altLang="zh-CN"/>
            </a:br>
            <a:r>
              <a:rPr lang="en-US" altLang="zh-CN" sz="1600"/>
              <a:t>1.GAC</a:t>
            </a:r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985ED-2932-EB3B-FCCB-B2F71C44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0233A-7631-0492-F46F-55A952A9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1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837CFB-E95A-FB17-0C0E-C2E11B48135D}"/>
              </a:ext>
            </a:extLst>
          </p:cNvPr>
          <p:cNvSpPr txBox="1"/>
          <p:nvPr/>
        </p:nvSpPr>
        <p:spPr>
          <a:xfrm>
            <a:off x="118799" y="641180"/>
            <a:ext cx="851798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1200" kern="0">
                <a:solidFill>
                  <a:srgbClr val="000000"/>
                </a:solidFill>
              </a:rPr>
              <a:t>HDC</a:t>
            </a:r>
            <a:r>
              <a:rPr lang="zh-CN" altLang="en-US" sz="1200" kern="0">
                <a:solidFill>
                  <a:srgbClr val="000000"/>
                </a:solidFill>
              </a:rPr>
              <a:t>是一项改善汽车舒适性的</a:t>
            </a:r>
            <a:r>
              <a:rPr lang="en-US" altLang="zh-CN" sz="1200" kern="0">
                <a:solidFill>
                  <a:srgbClr val="000000"/>
                </a:solidFill>
              </a:rPr>
              <a:t>ESP</a:t>
            </a:r>
            <a:r>
              <a:rPr lang="zh-CN" altLang="en-US" sz="1200" kern="0">
                <a:solidFill>
                  <a:srgbClr val="000000"/>
                </a:solidFill>
              </a:rPr>
              <a:t>系统增值功能。</a:t>
            </a:r>
            <a:r>
              <a:rPr lang="en-US" altLang="zh-CN" sz="1200" kern="0">
                <a:solidFill>
                  <a:srgbClr val="000000"/>
                </a:solidFill>
              </a:rPr>
              <a:t>HDC</a:t>
            </a:r>
            <a:r>
              <a:rPr lang="zh-CN" altLang="en-US" sz="1200" kern="0">
                <a:solidFill>
                  <a:srgbClr val="000000"/>
                </a:solidFill>
              </a:rPr>
              <a:t>功能可以通过按下</a:t>
            </a:r>
            <a:r>
              <a:rPr lang="en-US" altLang="zh-CN" sz="1200" kern="0">
                <a:solidFill>
                  <a:srgbClr val="000000"/>
                </a:solidFill>
              </a:rPr>
              <a:t>HDC</a:t>
            </a:r>
            <a:r>
              <a:rPr lang="zh-CN" altLang="en-US" sz="1200" kern="0">
                <a:solidFill>
                  <a:srgbClr val="000000"/>
                </a:solidFill>
              </a:rPr>
              <a:t>按键来激活或关闭。</a:t>
            </a:r>
            <a:r>
              <a:rPr lang="en-US" altLang="zh-CN" sz="1200" kern="0">
                <a:solidFill>
                  <a:srgbClr val="000000"/>
                </a:solidFill>
              </a:rPr>
              <a:t>HDC</a:t>
            </a:r>
            <a:r>
              <a:rPr lang="zh-CN" altLang="en-US" sz="1200" kern="0">
                <a:solidFill>
                  <a:srgbClr val="000000"/>
                </a:solidFill>
              </a:rPr>
              <a:t>的主要作用是通过主动制动的方式帮助驾驶员以低速下坡。当</a:t>
            </a:r>
            <a:r>
              <a:rPr lang="en-US" altLang="zh-CN" sz="1200" kern="0">
                <a:solidFill>
                  <a:srgbClr val="000000"/>
                </a:solidFill>
              </a:rPr>
              <a:t>HDC</a:t>
            </a:r>
            <a:r>
              <a:rPr lang="zh-CN" altLang="en-US" sz="1200" kern="0">
                <a:solidFill>
                  <a:srgbClr val="000000"/>
                </a:solidFill>
              </a:rPr>
              <a:t>系统检测到车轮打滑时，则</a:t>
            </a:r>
            <a:r>
              <a:rPr lang="en-US" altLang="zh-CN" sz="1200" kern="0">
                <a:solidFill>
                  <a:srgbClr val="000000"/>
                </a:solidFill>
              </a:rPr>
              <a:t>ESP</a:t>
            </a:r>
            <a:r>
              <a:rPr lang="zh-CN" altLang="en-US" sz="1200" kern="0">
                <a:solidFill>
                  <a:srgbClr val="000000"/>
                </a:solidFill>
              </a:rPr>
              <a:t>主动介入工作，帮助驾驶员安全平稳下坡。</a:t>
            </a:r>
            <a:endParaRPr lang="en-US" altLang="zh-CN" sz="1200" kern="0">
              <a:solidFill>
                <a:srgbClr val="000000"/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zh-CN" sz="12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zh-CN" altLang="en-US" sz="12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3D9A4E1-FB5A-A1D8-FAC7-404168001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99" y="1207711"/>
            <a:ext cx="8906401" cy="17543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打开HDC</a:t>
            </a:r>
            <a:endParaRPr kumimoji="0" lang="zh-CN" altLang="zh-C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在车速低于35km/h的情况下，可以通过点击“陡坡缓降系统”软按键打开功能，此时仪表盘的下坡辅助指示灯         长亮。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HDC车速的控制</a:t>
            </a:r>
            <a:endParaRPr kumimoji="0" lang="zh-CN" altLang="zh-C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HDC功能约在（8~35）km/h车速范围内起作用，在此范围内时，您可以</a:t>
            </a: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通过踩下/松开加速踏板或制动踏板调整车速，会以松开加速踏板或制动踏板时为准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。HDC工作时，仪表盘的下坡辅助指示灯         闪烁代表HDC正在工作。</a:t>
            </a:r>
            <a:endParaRPr lang="zh-CN" altLang="zh-CN" sz="1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 New Roman"/>
              <a:cs typeface="Times New R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关闭HDC</a:t>
            </a:r>
            <a:endParaRPr kumimoji="0" lang="zh-CN" altLang="zh-C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如无需使用HDC功能时，可再次点击“陡坡缓降系统”软按键，此时仪表盘的下坡辅助指示灯随即熄灭。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当车速超过约60km/h时，HDC会自动停用。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E48D4BE-7390-059D-9EC2-3C070A020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965" y="1379844"/>
            <a:ext cx="28575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E73FF933-754D-D1AF-35FD-2010A860C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353" y="2794958"/>
            <a:ext cx="2960321" cy="2348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557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E3A3C-244E-4429-FC28-3C904EC2C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2179-C6E6-F4F4-6E61-440605A54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3" y="75943"/>
            <a:ext cx="8424001" cy="593817"/>
          </a:xfrm>
        </p:spPr>
        <p:txBody>
          <a:bodyPr/>
          <a:lstStyle/>
          <a:p>
            <a:r>
              <a:rPr lang="en-US" altLang="zh-CN"/>
              <a:t>Market HDC function</a:t>
            </a:r>
            <a:br>
              <a:rPr lang="en-US" altLang="zh-CN"/>
            </a:br>
            <a:r>
              <a:rPr lang="en-US" altLang="zh-CN" sz="1600"/>
              <a:t>2.XiaoPeng</a:t>
            </a:r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D06AE-10B1-29FF-C180-4DF2EC84C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61331-4BBE-DE96-7401-F8E17F4D2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2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83AE88-3C8C-AF05-E314-8E60A6763B50}"/>
              </a:ext>
            </a:extLst>
          </p:cNvPr>
          <p:cNvSpPr txBox="1"/>
          <p:nvPr/>
        </p:nvSpPr>
        <p:spPr>
          <a:xfrm>
            <a:off x="118799" y="641180"/>
            <a:ext cx="851798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1200" kern="0">
                <a:solidFill>
                  <a:srgbClr val="000000"/>
                </a:solidFill>
              </a:rPr>
              <a:t>HDC </a:t>
            </a:r>
            <a:r>
              <a:rPr lang="zh-CN" altLang="en-US" sz="1200" kern="0">
                <a:solidFill>
                  <a:srgbClr val="000000"/>
                </a:solidFill>
              </a:rPr>
              <a:t>是一种巡航功能，它能帮助驾驶员匀速下坡，缓解下坡时一直踩踏制动踏板的脚步疲劳。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zh-CN" altLang="en-US" sz="1200" kern="0">
              <a:solidFill>
                <a:srgbClr val="000000"/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zh-CN" sz="12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zh-CN" altLang="en-US" sz="12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65B6DBF-1B10-AD26-643F-EA232F4AE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99" y="1160251"/>
            <a:ext cx="848520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车辆上电后，HDC默认为关闭状态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.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进入控制界面，点击“辅助驾驶”按钮，进入辅助驾驶界面，点击“HDC下坡安全辅助”开关开启或关闭。</a:t>
            </a:r>
            <a:endParaRPr kumimoji="0" lang="en-US" altLang="zh-CN" sz="1200" b="0" i="0" u="none" strike="noStrike" cap="none" normalizeH="0" baseline="0">
              <a:ln>
                <a:noFill/>
              </a:ln>
              <a:solidFill>
                <a:srgbClr val="2B3547"/>
              </a:solidFill>
              <a:effectLst/>
              <a:latin typeface="Arial" panose="020B0604020202020204" pitchFamily="34" charset="0"/>
              <a:ea typeface="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200" b="0" i="0" u="none" strike="noStrike" cap="none" normalizeH="0" baseline="0">
              <a:ln>
                <a:noFill/>
              </a:ln>
              <a:solidFill>
                <a:srgbClr val="2B3547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 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●HDC能在≤50%的坡道上工作。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●开启 HDC 的条件：车速&lt;40km/h；40km/h&lt;车速&lt;60km/h无法开启，车速&gt;60km/h自动关闭，制动盘温度正常；ESP 系统正常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25B4B-3706-DB6A-1AD8-D20FA725D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082" y="2372903"/>
            <a:ext cx="3570554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8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E751D-4238-4AF6-D394-CC63DC9DC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4F0F-C7DC-3380-2705-2D595A03B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3" y="75943"/>
            <a:ext cx="8424001" cy="593817"/>
          </a:xfrm>
        </p:spPr>
        <p:txBody>
          <a:bodyPr/>
          <a:lstStyle/>
          <a:p>
            <a:r>
              <a:rPr lang="en-US" altLang="zh-CN"/>
              <a:t>Market HDC function</a:t>
            </a:r>
            <a:br>
              <a:rPr lang="en-US" altLang="zh-CN"/>
            </a:br>
            <a:r>
              <a:rPr lang="en-US" altLang="zh-CN" sz="1600"/>
              <a:t>3.Land Rover</a:t>
            </a:r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F60BC-C9D2-DBA0-DC3F-5672B157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E4DE0-7A6E-C6B7-559B-2B1BB32F3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3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4433D-C4BA-2D35-5FC8-CD9993123979}"/>
              </a:ext>
            </a:extLst>
          </p:cNvPr>
          <p:cNvSpPr txBox="1"/>
          <p:nvPr/>
        </p:nvSpPr>
        <p:spPr>
          <a:xfrm>
            <a:off x="118799" y="641180"/>
            <a:ext cx="85179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en-US" sz="1200" kern="0">
                <a:solidFill>
                  <a:srgbClr val="000000"/>
                </a:solidFill>
              </a:rPr>
              <a:t>当下坡行驶时，陡坡缓降控制系统 </a:t>
            </a:r>
            <a:r>
              <a:rPr lang="en-US" altLang="zh-CN" sz="1200" kern="0">
                <a:solidFill>
                  <a:srgbClr val="000000"/>
                </a:solidFill>
              </a:rPr>
              <a:t>(HDC) </a:t>
            </a:r>
            <a:r>
              <a:rPr lang="zh-CN" altLang="en-US" sz="1200" kern="0">
                <a:solidFill>
                  <a:srgbClr val="000000"/>
                </a:solidFill>
              </a:rPr>
              <a:t>将车辆速度限制至设定限值。</a:t>
            </a:r>
            <a:endParaRPr lang="en-US" altLang="zh-CN" sz="1200" kern="0">
              <a:solidFill>
                <a:srgbClr val="000000"/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en-US" sz="1200" kern="0">
                <a:solidFill>
                  <a:srgbClr val="000000"/>
                </a:solidFill>
              </a:rPr>
              <a:t>在下坡期间，如果发动机制动不足以控制车速，</a:t>
            </a:r>
            <a:r>
              <a:rPr lang="en-US" altLang="zh-CN" sz="1200" kern="0">
                <a:solidFill>
                  <a:srgbClr val="000000"/>
                </a:solidFill>
              </a:rPr>
              <a:t>HDC </a:t>
            </a:r>
            <a:r>
              <a:rPr lang="zh-CN" altLang="en-US" sz="1200" kern="0">
                <a:solidFill>
                  <a:srgbClr val="000000"/>
                </a:solidFill>
              </a:rPr>
              <a:t>会自动地操纵制动器，以降低车速，并维持一个对应于选中的档域和加速器踏板位置的速度。</a:t>
            </a: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zh-CN" altLang="en-US" sz="1200" kern="0">
              <a:solidFill>
                <a:srgbClr val="000000"/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zh-CN" altLang="en-US" sz="1200" kern="0">
              <a:solidFill>
                <a:srgbClr val="000000"/>
              </a:solidFill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zh-CN" sz="12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71450" marR="0" indent="-17145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zh-CN" altLang="en-US" sz="12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EC5D942-C2EA-7150-4B04-64B206460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99" y="1298750"/>
            <a:ext cx="8485202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要调节车辆的下坡速率：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rgbClr val="2B3547"/>
              </a:solidFill>
              <a:effectLst/>
              <a:latin typeface="Arial" panose="020B0604020202020204" pitchFamily="34" charset="0"/>
              <a:ea typeface="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按下并松开 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SET+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（设置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+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）按钮，以 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1 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公里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/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小时（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0.6 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英里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/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小时）的增量提高车辆速度。 按住 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SET+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（设定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+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）按钮以大幅提升车速，最高可至最大允许速度。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按下并松开 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- 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按钮可以 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1 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公里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/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小时（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0.6 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英里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/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小时）的增量降低车辆速度。 按住 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- 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按钮以大幅降低车速，最低降至最小允许速度。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2B3547"/>
                </a:solidFill>
                <a:effectLst/>
                <a:latin typeface="Arial" panose="020B0604020202020204" pitchFamily="34" charset="0"/>
                <a:ea typeface="system"/>
              </a:rPr>
              <a:t>仪表盘显示当前设定的速度以及可用的设定速度范围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963437A-455F-45F6-809E-2B04FBE93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782" y="2827612"/>
            <a:ext cx="2542869" cy="175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3378089"/>
      </p:ext>
    </p:extLst>
  </p:cSld>
  <p:clrMapOvr>
    <a:masterClrMapping/>
  </p:clrMapOvr>
</p:sld>
</file>

<file path=ppt/theme/theme1.xml><?xml version="1.0" encoding="utf-8"?>
<a:theme xmlns:a="http://schemas.openxmlformats.org/drawingml/2006/main" name="ZF AG">
  <a:themeElements>
    <a:clrScheme name="© ZF Friedrichshafen AG">
      <a:dk1>
        <a:srgbClr val="000000"/>
      </a:dk1>
      <a:lt1>
        <a:srgbClr val="FFFFFF"/>
      </a:lt1>
      <a:dk2>
        <a:srgbClr val="00ABE7"/>
      </a:dk2>
      <a:lt2>
        <a:srgbClr val="BFBFBF"/>
      </a:lt2>
      <a:accent1>
        <a:srgbClr val="7FA5BC"/>
      </a:accent1>
      <a:accent2>
        <a:srgbClr val="7FD5F3"/>
      </a:accent2>
      <a:accent3>
        <a:srgbClr val="BFEAF9"/>
      </a:accent3>
      <a:accent4>
        <a:srgbClr val="004D7A"/>
      </a:accent4>
      <a:accent5>
        <a:srgbClr val="1179BF"/>
      </a:accent5>
      <a:accent6>
        <a:srgbClr val="81BCDF"/>
      </a:accent6>
      <a:hlink>
        <a:srgbClr val="00ABE7"/>
      </a:hlink>
      <a:folHlink>
        <a:srgbClr val="7FD5F3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7FD5F3"/>
        </a:solidFill>
        <a:ln w="12700" cap="flat" cmpd="sng" algn="ctr">
          <a:noFill/>
          <a:prstDash val="solid"/>
        </a:ln>
        <a:effectLst/>
      </a:spPr>
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kern="0" cap="none" spc="0" normalizeH="0" baseline="0" noProof="0" dirty="0" err="1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Tahoma"/>
            <a:ea typeface="+mn-ea"/>
            <a:cs typeface="Tahoma" pitchFamily="34" charset="0"/>
          </a:defRPr>
        </a:defPPr>
      </a:lstStyle>
    </a:spDef>
    <a:lnDef>
      <a:spPr>
        <a:noFill/>
        <a:ln w="28575" cap="rnd" cmpd="sng" algn="ctr">
          <a:solidFill>
            <a:srgbClr val="00ABE7"/>
          </a:solidFill>
          <a:prstDash val="sysDot"/>
          <a:round/>
        </a:ln>
        <a:effectLst/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marL="0" marR="0" indent="0" defTabSz="91440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ZF Cyan 100%">
      <a:srgbClr val="00ABE7"/>
    </a:custClr>
    <a:custClr name="ZF Cyan 50%">
      <a:srgbClr val="7FD5F3"/>
    </a:custClr>
    <a:custClr name="ZF Cyan 25%">
      <a:srgbClr val="BFEAF9"/>
    </a:custClr>
    <a:custClr>
      <a:srgbClr val="FFFFFF"/>
    </a:custClr>
    <a:custClr name="ZF Blue 100%">
      <a:srgbClr val="1179BF"/>
    </a:custClr>
    <a:custClr name="ZF Blue 50%">
      <a:srgbClr val="81BCDF"/>
    </a:custClr>
    <a:custClr>
      <a:srgbClr val="FFFFFF"/>
    </a:custClr>
    <a:custClr name="Middle Blue 100%">
      <a:srgbClr val="004D7A"/>
    </a:custClr>
    <a:custClr name="Middle Blue 50%">
      <a:srgbClr val="7FA5BC"/>
    </a:custClr>
    <a:custClr>
      <a:srgbClr val="FFFFFF"/>
    </a:custClr>
    <a:custClr name="Black 100%">
      <a:srgbClr val="000000"/>
    </a:custClr>
    <a:custClr name="Black 50%">
      <a:srgbClr val="7F7F7F"/>
    </a:custClr>
    <a:custClr name="Black 25%">
      <a:srgbClr val="BFBFBF"/>
    </a:custClr>
    <a:custClr>
      <a:srgbClr val="FFFFFF"/>
    </a:custClr>
    <a:custClr name="1. Step color gradient">
      <a:srgbClr val="1179BF"/>
    </a:custClr>
    <a:custClr name="2. Step color gradient">
      <a:srgbClr val="004D7A"/>
    </a:custClr>
    <a:custClr name="3. Step color gradient">
      <a:srgbClr val="001024"/>
    </a:custClr>
    <a:custClr>
      <a:srgbClr val="FFFFFF"/>
    </a:custClr>
    <a:custClr name="ZF Red - Only highlight color">
      <a:srgbClr val="DD0C29"/>
    </a:custClr>
  </a:custClrLst>
  <a:extLst>
    <a:ext uri="{05A4C25C-085E-4340-85A3-A5531E510DB2}">
      <thm15:themeFamily xmlns:thm15="http://schemas.microsoft.com/office/thememl/2012/main" name="master_zf.potx" id="{27FC02A3-3CC2-4411-86F6-B339DEDD2E07}" vid="{BBEEC987-2F6D-4DE3-928C-2140DBAFC1CD}"/>
    </a:ext>
  </a:extLst>
</a:theme>
</file>

<file path=ppt/theme/theme2.xml><?xml version="1.0" encoding="utf-8"?>
<a:theme xmlns:a="http://schemas.openxmlformats.org/drawingml/2006/main" name="Larissa">
  <a:themeElements>
    <a:clrScheme name="© ZF Friedrichshafen AG">
      <a:dk1>
        <a:srgbClr val="000000"/>
      </a:dk1>
      <a:lt1>
        <a:srgbClr val="FFFFFF"/>
      </a:lt1>
      <a:dk2>
        <a:srgbClr val="00ABE7"/>
      </a:dk2>
      <a:lt2>
        <a:srgbClr val="BFBFBF"/>
      </a:lt2>
      <a:accent1>
        <a:srgbClr val="7FA5BC"/>
      </a:accent1>
      <a:accent2>
        <a:srgbClr val="7FD5F3"/>
      </a:accent2>
      <a:accent3>
        <a:srgbClr val="BFEAF9"/>
      </a:accent3>
      <a:accent4>
        <a:srgbClr val="004D7A"/>
      </a:accent4>
      <a:accent5>
        <a:srgbClr val="1179BF"/>
      </a:accent5>
      <a:accent6>
        <a:srgbClr val="81BCDF"/>
      </a:accent6>
      <a:hlink>
        <a:srgbClr val="00ABE7"/>
      </a:hlink>
      <a:folHlink>
        <a:srgbClr val="7FD5F3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© ZF Friedrichshafen AG">
      <a:dk1>
        <a:srgbClr val="000000"/>
      </a:dk1>
      <a:lt1>
        <a:srgbClr val="FFFFFF"/>
      </a:lt1>
      <a:dk2>
        <a:srgbClr val="00ABE7"/>
      </a:dk2>
      <a:lt2>
        <a:srgbClr val="BFBFBF"/>
      </a:lt2>
      <a:accent1>
        <a:srgbClr val="7FA5BC"/>
      </a:accent1>
      <a:accent2>
        <a:srgbClr val="7FD5F3"/>
      </a:accent2>
      <a:accent3>
        <a:srgbClr val="BFEAF9"/>
      </a:accent3>
      <a:accent4>
        <a:srgbClr val="004D7A"/>
      </a:accent4>
      <a:accent5>
        <a:srgbClr val="1179BF"/>
      </a:accent5>
      <a:accent6>
        <a:srgbClr val="81BCDF"/>
      </a:accent6>
      <a:hlink>
        <a:srgbClr val="00ABE7"/>
      </a:hlink>
      <a:folHlink>
        <a:srgbClr val="7FD5F3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ECDE3992A08C4AB27EAAF617A05967" ma:contentTypeVersion="12" ma:contentTypeDescription="Create a new document." ma:contentTypeScope="" ma:versionID="23abac7df6da088bc4d1777ff4cd0726">
  <xsd:schema xmlns:xsd="http://www.w3.org/2001/XMLSchema" xmlns:xs="http://www.w3.org/2001/XMLSchema" xmlns:p="http://schemas.microsoft.com/office/2006/metadata/properties" xmlns:ns2="455088e1-af34-4927-a3f0-bdce59540293" xmlns:ns3="f4ecdb93-bc7f-4438-8c77-236ab96c18a9" targetNamespace="http://schemas.microsoft.com/office/2006/metadata/properties" ma:root="true" ma:fieldsID="9aea9c9d6011f84f9fc63bffca9d29e3" ns2:_="" ns3:_="">
    <xsd:import namespace="455088e1-af34-4927-a3f0-bdce59540293"/>
    <xsd:import namespace="f4ecdb93-bc7f-4438-8c77-236ab96c18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5088e1-af34-4927-a3f0-bdce59540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1535f45-074a-4eaf-b5ce-0ad645dc02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ecdb93-bc7f-4438-8c77-236ab96c18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8791390-06cd-44ed-84f9-ca1c8568e0c9}" ma:internalName="TaxCatchAll" ma:showField="CatchAllData" ma:web="f4ecdb93-bc7f-4438-8c77-236ab96c18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ecdb93-bc7f-4438-8c77-236ab96c18a9" xsi:nil="true"/>
    <lcf76f155ced4ddcb4097134ff3c332f xmlns="455088e1-af34-4927-a3f0-bdce595402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D5FEE6F-4C80-4D1C-ABFD-8F6A08C3D7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622B2C-5BB4-48CC-B4ED-27E13B4890DE}"/>
</file>

<file path=customXml/itemProps3.xml><?xml version="1.0" encoding="utf-8"?>
<ds:datastoreItem xmlns:ds="http://schemas.openxmlformats.org/officeDocument/2006/customXml" ds:itemID="{5AD6F893-16E0-4085-B3A6-29FF8B9CCC87}">
  <ds:schemaRefs>
    <ds:schemaRef ds:uri="455088e1-af34-4927-a3f0-bdce59540293"/>
    <ds:schemaRef ds:uri="f4ecdb93-bc7f-4438-8c77-236ab96c18a9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519</Words>
  <Application>Microsoft Office PowerPoint</Application>
  <PresentationFormat>On-screen Show (16:9)</PresentationFormat>
  <Paragraphs>30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ZF AG</vt:lpstr>
      <vt:lpstr>Market HDC function 1.GAC</vt:lpstr>
      <vt:lpstr>Market HDC function 2.XiaoPeng</vt:lpstr>
      <vt:lpstr>Market HDC function 3.Land Rover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 Deqing SGH XMAC</dc:creator>
  <cp:lastModifiedBy>Yang Zhen SGH CDAY223</cp:lastModifiedBy>
  <cp:revision>3</cp:revision>
  <dcterms:created xsi:type="dcterms:W3CDTF">2024-03-14T05:12:56Z</dcterms:created>
  <dcterms:modified xsi:type="dcterms:W3CDTF">2025-10-28T06:22:09Z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34277c1-31d4-4dba-9248-3ba93a3f3112_Enabled">
    <vt:lpwstr>true</vt:lpwstr>
  </property>
  <property fmtid="{D5CDD505-2E9C-101B-9397-08002B2CF9AE}" pid="3" name="MSIP_Label_134277c1-31d4-4dba-9248-3ba93a3f3112_SetDate">
    <vt:lpwstr>2024-03-18T07:37:19Z</vt:lpwstr>
  </property>
  <property fmtid="{D5CDD505-2E9C-101B-9397-08002B2CF9AE}" pid="4" name="MSIP_Label_134277c1-31d4-4dba-9248-3ba93a3f3112_Method">
    <vt:lpwstr>Privileged</vt:lpwstr>
  </property>
  <property fmtid="{D5CDD505-2E9C-101B-9397-08002B2CF9AE}" pid="5" name="MSIP_Label_134277c1-31d4-4dba-9248-3ba93a3f3112_Name">
    <vt:lpwstr>Internal sub1</vt:lpwstr>
  </property>
  <property fmtid="{D5CDD505-2E9C-101B-9397-08002B2CF9AE}" pid="6" name="MSIP_Label_134277c1-31d4-4dba-9248-3ba93a3f3112_SiteId">
    <vt:lpwstr>eb70b763-b6d7-4486-8555-8831709a784e</vt:lpwstr>
  </property>
  <property fmtid="{D5CDD505-2E9C-101B-9397-08002B2CF9AE}" pid="7" name="MSIP_Label_134277c1-31d4-4dba-9248-3ba93a3f3112_ActionId">
    <vt:lpwstr>82e3d467-6732-43df-8dca-dc840414aa75</vt:lpwstr>
  </property>
  <property fmtid="{D5CDD505-2E9C-101B-9397-08002B2CF9AE}" pid="8" name="MSIP_Label_134277c1-31d4-4dba-9248-3ba93a3f3112_ContentBits">
    <vt:lpwstr>1</vt:lpwstr>
  </property>
  <property fmtid="{D5CDD505-2E9C-101B-9397-08002B2CF9AE}" pid="9" name="ContentTypeId">
    <vt:lpwstr>0x010100F4ECDE3992A08C4AB27EAAF617A05967</vt:lpwstr>
  </property>
  <property fmtid="{D5CDD505-2E9C-101B-9397-08002B2CF9AE}" pid="10" name="MediaServiceImageTags">
    <vt:lpwstr/>
  </property>
</Properties>
</file>